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4"/>
    <p:sldMasterId id="2147483697" r:id="rId5"/>
    <p:sldMasterId id="2147483698" r:id="rId6"/>
    <p:sldMasterId id="214748369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91fcfedf30_1_2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291fcfedf30_1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91fcfedf30_6_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291fcfedf30_6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91fcfedf30_6_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291fcfedf30_6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91fcfedf30_6_1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291fcfedf30_6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91fcfedf30_6_1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291fcfedf30_6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91fcfedf30_6_2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291fcfedf30_6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91fcfedf30_11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291fcfedf30_1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91fcfedf30_11_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291fcfedf30_1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91fcfedf30_11_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291fcfedf30_1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91fcfedf30_11_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291fcfedf30_1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91fcfedf30_16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291fcfedf30_1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91fcfedf30_16_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291fcfedf30_16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91fcfedf30_16_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291fcfedf30_16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c6a40ba495ad1f9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c6a40ba495ad1f9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c6a40ba495ad1f9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c6a40ba495ad1f9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c6a40ba495ad1f9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c6a40ba495ad1f9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c6a40ba495ad1f9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c6a40ba495ad1f9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c6a40ba495ad1f9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c6a40ba495ad1f9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c6a40ba495ad1f9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c6a40ba495ad1f9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c6a40ba495ad1f9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c6a40ba495ad1f9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4812030" y="3326130"/>
            <a:ext cx="3706328" cy="84165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812031" y="4190168"/>
            <a:ext cx="3706328" cy="2974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-1" l="9358" r="0" t="23650"/>
          <a:stretch/>
        </p:blipFill>
        <p:spPr>
          <a:xfrm>
            <a:off x="0" y="0"/>
            <a:ext cx="7116234" cy="3790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obj">
  <p:cSld name="OBJECT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23070" l="0" r="28340" t="18301"/>
          <a:stretch/>
        </p:blipFill>
        <p:spPr>
          <a:xfrm>
            <a:off x="4116611" y="0"/>
            <a:ext cx="502738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type="title"/>
          </p:nvPr>
        </p:nvSpPr>
        <p:spPr>
          <a:xfrm>
            <a:off x="1000124" y="765334"/>
            <a:ext cx="2378869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1000124" y="2193131"/>
            <a:ext cx="2378869" cy="18895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1000125" y="4767263"/>
            <a:ext cx="73886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2002414" y="4767262"/>
            <a:ext cx="18621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4152229" y="4767263"/>
            <a:ext cx="7406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1585413" y="0"/>
            <a:ext cx="7558587" cy="5143500"/>
          </a:xfrm>
          <a:custGeom>
            <a:rect b="b" l="l" r="r" t="t"/>
            <a:pathLst>
              <a:path extrusionOk="0" h="6858000" w="10078116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4132064"/>
            <a:ext cx="3061607" cy="439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111238" y="1110854"/>
            <a:ext cx="160632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535781" y="1918097"/>
            <a:ext cx="160632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3" type="body"/>
          </p:nvPr>
        </p:nvSpPr>
        <p:spPr>
          <a:xfrm>
            <a:off x="990600" y="2725341"/>
            <a:ext cx="160632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4" type="body"/>
          </p:nvPr>
        </p:nvSpPr>
        <p:spPr>
          <a:xfrm>
            <a:off x="1428750" y="3532585"/>
            <a:ext cx="160632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5" type="body"/>
          </p:nvPr>
        </p:nvSpPr>
        <p:spPr>
          <a:xfrm>
            <a:off x="3301151" y="1195859"/>
            <a:ext cx="4154321" cy="7581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6" type="body"/>
          </p:nvPr>
        </p:nvSpPr>
        <p:spPr>
          <a:xfrm>
            <a:off x="3739521" y="2004996"/>
            <a:ext cx="4154321" cy="7581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7" type="body"/>
          </p:nvPr>
        </p:nvSpPr>
        <p:spPr>
          <a:xfrm>
            <a:off x="4182703" y="2816546"/>
            <a:ext cx="4154321" cy="7581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8" type="body"/>
          </p:nvPr>
        </p:nvSpPr>
        <p:spPr>
          <a:xfrm>
            <a:off x="4631459" y="3618323"/>
            <a:ext cx="4154321" cy="7581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78" name="Google Shape;78;p16"/>
          <p:cNvCxnSpPr/>
          <p:nvPr/>
        </p:nvCxnSpPr>
        <p:spPr>
          <a:xfrm>
            <a:off x="3265136" y="3767950"/>
            <a:ext cx="1134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" name="Google Shape;79;p16"/>
          <p:cNvCxnSpPr/>
          <p:nvPr/>
        </p:nvCxnSpPr>
        <p:spPr>
          <a:xfrm>
            <a:off x="2819938" y="2961338"/>
            <a:ext cx="1134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" name="Google Shape;80;p16"/>
          <p:cNvCxnSpPr/>
          <p:nvPr/>
        </p:nvCxnSpPr>
        <p:spPr>
          <a:xfrm>
            <a:off x="2380090" y="2154515"/>
            <a:ext cx="1134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16"/>
          <p:cNvCxnSpPr/>
          <p:nvPr/>
        </p:nvCxnSpPr>
        <p:spPr>
          <a:xfrm>
            <a:off x="1939697" y="1347062"/>
            <a:ext cx="1134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4631459" y="4767263"/>
            <a:ext cx="135653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108156" y="4767263"/>
            <a:ext cx="40719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Column">
  <p:cSld name="Content 2 Column"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413867" y="669133"/>
            <a:ext cx="631626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1114425" y="1922342"/>
            <a:ext cx="30239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1114248" y="2302761"/>
            <a:ext cx="3023273" cy="7929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3" type="body"/>
          </p:nvPr>
        </p:nvSpPr>
        <p:spPr>
          <a:xfrm>
            <a:off x="5004753" y="1922342"/>
            <a:ext cx="30239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4" type="body"/>
          </p:nvPr>
        </p:nvSpPr>
        <p:spPr>
          <a:xfrm>
            <a:off x="5004857" y="2302761"/>
            <a:ext cx="3023273" cy="7929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5" type="body"/>
          </p:nvPr>
        </p:nvSpPr>
        <p:spPr>
          <a:xfrm>
            <a:off x="1114424" y="3239573"/>
            <a:ext cx="30239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6" type="body"/>
          </p:nvPr>
        </p:nvSpPr>
        <p:spPr>
          <a:xfrm>
            <a:off x="1114809" y="3619992"/>
            <a:ext cx="3023273" cy="7929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7" type="body"/>
          </p:nvPr>
        </p:nvSpPr>
        <p:spPr>
          <a:xfrm>
            <a:off x="5004473" y="3239573"/>
            <a:ext cx="30239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8" type="body"/>
          </p:nvPr>
        </p:nvSpPr>
        <p:spPr>
          <a:xfrm>
            <a:off x="5004857" y="3619992"/>
            <a:ext cx="3023273" cy="7929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8" name="Google Shape;98;p17"/>
          <p:cNvCxnSpPr/>
          <p:nvPr/>
        </p:nvCxnSpPr>
        <p:spPr>
          <a:xfrm>
            <a:off x="6516291" y="0"/>
            <a:ext cx="2627709" cy="176471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7"/>
          <p:cNvCxnSpPr/>
          <p:nvPr/>
        </p:nvCxnSpPr>
        <p:spPr>
          <a:xfrm>
            <a:off x="7290707" y="0"/>
            <a:ext cx="1853293" cy="202427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 Column">
  <p:cSld name="Content 3 Column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1131570" y="3117304"/>
            <a:ext cx="235458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441691" y="1147976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2" type="body"/>
          </p:nvPr>
        </p:nvSpPr>
        <p:spPr>
          <a:xfrm>
            <a:off x="4441371" y="1395045"/>
            <a:ext cx="4073978" cy="4184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3" type="body"/>
          </p:nvPr>
        </p:nvSpPr>
        <p:spPr>
          <a:xfrm>
            <a:off x="4441691" y="1972823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4" type="body"/>
          </p:nvPr>
        </p:nvSpPr>
        <p:spPr>
          <a:xfrm>
            <a:off x="4441371" y="2219892"/>
            <a:ext cx="4073978" cy="418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5" type="body"/>
          </p:nvPr>
        </p:nvSpPr>
        <p:spPr>
          <a:xfrm>
            <a:off x="4441691" y="2797670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6" type="body"/>
          </p:nvPr>
        </p:nvSpPr>
        <p:spPr>
          <a:xfrm>
            <a:off x="4441371" y="3044739"/>
            <a:ext cx="4073978" cy="418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7" type="body"/>
          </p:nvPr>
        </p:nvSpPr>
        <p:spPr>
          <a:xfrm>
            <a:off x="4440080" y="3622518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8" type="body"/>
          </p:nvPr>
        </p:nvSpPr>
        <p:spPr>
          <a:xfrm>
            <a:off x="4439760" y="3869587"/>
            <a:ext cx="4073978" cy="418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0" type="dt"/>
          </p:nvPr>
        </p:nvSpPr>
        <p:spPr>
          <a:xfrm>
            <a:off x="4439760" y="4767263"/>
            <a:ext cx="71063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1" type="ftr"/>
          </p:nvPr>
        </p:nvSpPr>
        <p:spPr>
          <a:xfrm>
            <a:off x="5371466" y="4767263"/>
            <a:ext cx="24329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025492" y="4767263"/>
            <a:ext cx="4898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2">
            <a:alphaModFix/>
          </a:blip>
          <a:srcRect b="22673" l="39434" r="0" t="20278"/>
          <a:stretch/>
        </p:blipFill>
        <p:spPr>
          <a:xfrm>
            <a:off x="-3522" y="-1"/>
            <a:ext cx="3672551" cy="3289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secHead">
  <p:cSld name="SECTION_HEADER">
    <p:bg>
      <p:bgPr>
        <a:solidFill>
          <a:schemeClr val="accen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1021556" y="1253729"/>
            <a:ext cx="3833813" cy="9036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1021556" y="2745581"/>
            <a:ext cx="3833813" cy="11441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117" name="Google Shape;117;p19"/>
          <p:cNvCxnSpPr/>
          <p:nvPr/>
        </p:nvCxnSpPr>
        <p:spPr>
          <a:xfrm>
            <a:off x="6822281" y="1122759"/>
            <a:ext cx="23217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" name="Google Shape;118;p19"/>
          <p:cNvCxnSpPr/>
          <p:nvPr/>
        </p:nvCxnSpPr>
        <p:spPr>
          <a:xfrm flipH="1">
            <a:off x="5214938" y="-19051"/>
            <a:ext cx="2843213" cy="51768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1" type="ftr"/>
          </p:nvPr>
        </p:nvSpPr>
        <p:spPr>
          <a:xfrm>
            <a:off x="3918347" y="4767263"/>
            <a:ext cx="130730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">
  <p:cSld name="Section Break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ctrTitle"/>
          </p:nvPr>
        </p:nvSpPr>
        <p:spPr>
          <a:xfrm>
            <a:off x="5243513" y="1928426"/>
            <a:ext cx="3134677" cy="1286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1506"/>
            <a:ext cx="4407694" cy="3900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1862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>
            <p:ph type="title"/>
          </p:nvPr>
        </p:nvSpPr>
        <p:spPr>
          <a:xfrm>
            <a:off x="4440127" y="864578"/>
            <a:ext cx="4073978" cy="6347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28" name="Google Shape;128;p21"/>
          <p:cNvCxnSpPr/>
          <p:nvPr/>
        </p:nvCxnSpPr>
        <p:spPr>
          <a:xfrm flipH="1" rot="10800000">
            <a:off x="1657350" y="0"/>
            <a:ext cx="182880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4441691" y="1852136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2" type="body"/>
          </p:nvPr>
        </p:nvSpPr>
        <p:spPr>
          <a:xfrm>
            <a:off x="4441371" y="2099205"/>
            <a:ext cx="4073978" cy="418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3" type="body"/>
          </p:nvPr>
        </p:nvSpPr>
        <p:spPr>
          <a:xfrm>
            <a:off x="4441691" y="2676983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4" type="body"/>
          </p:nvPr>
        </p:nvSpPr>
        <p:spPr>
          <a:xfrm>
            <a:off x="4441371" y="2924052"/>
            <a:ext cx="4073978" cy="418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5" type="body"/>
          </p:nvPr>
        </p:nvSpPr>
        <p:spPr>
          <a:xfrm>
            <a:off x="4441691" y="3501830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6" type="body"/>
          </p:nvPr>
        </p:nvSpPr>
        <p:spPr>
          <a:xfrm>
            <a:off x="4441371" y="3748899"/>
            <a:ext cx="4073978" cy="418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0" type="dt"/>
          </p:nvPr>
        </p:nvSpPr>
        <p:spPr>
          <a:xfrm>
            <a:off x="4439760" y="4767263"/>
            <a:ext cx="71063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1" type="ftr"/>
          </p:nvPr>
        </p:nvSpPr>
        <p:spPr>
          <a:xfrm>
            <a:off x="5371466" y="4767263"/>
            <a:ext cx="24329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8025492" y="4767263"/>
            <a:ext cx="4898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413867" y="669133"/>
            <a:ext cx="631626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932328" y="2082702"/>
            <a:ext cx="2161856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1" name="Google Shape;141;p22"/>
          <p:cNvSpPr txBox="1"/>
          <p:nvPr>
            <p:ph idx="2" type="body"/>
          </p:nvPr>
        </p:nvSpPr>
        <p:spPr>
          <a:xfrm>
            <a:off x="932328" y="2875955"/>
            <a:ext cx="2161856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3" type="body"/>
          </p:nvPr>
        </p:nvSpPr>
        <p:spPr>
          <a:xfrm>
            <a:off x="3485749" y="2082702"/>
            <a:ext cx="2172503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3" name="Google Shape;143;p22"/>
          <p:cNvSpPr txBox="1"/>
          <p:nvPr>
            <p:ph idx="4" type="body"/>
          </p:nvPr>
        </p:nvSpPr>
        <p:spPr>
          <a:xfrm>
            <a:off x="3485749" y="2875955"/>
            <a:ext cx="2172503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44" name="Google Shape;144;p22"/>
          <p:cNvCxnSpPr/>
          <p:nvPr/>
        </p:nvCxnSpPr>
        <p:spPr>
          <a:xfrm flipH="1">
            <a:off x="0" y="0"/>
            <a:ext cx="928688" cy="23288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22"/>
          <p:cNvCxnSpPr/>
          <p:nvPr/>
        </p:nvCxnSpPr>
        <p:spPr>
          <a:xfrm flipH="1">
            <a:off x="0" y="0"/>
            <a:ext cx="1678782" cy="1857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22"/>
          <p:cNvSpPr txBox="1"/>
          <p:nvPr>
            <p:ph idx="5" type="body"/>
          </p:nvPr>
        </p:nvSpPr>
        <p:spPr>
          <a:xfrm>
            <a:off x="6049816" y="2082702"/>
            <a:ext cx="2161856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7" name="Google Shape;147;p22"/>
          <p:cNvSpPr txBox="1"/>
          <p:nvPr>
            <p:ph idx="6" type="body"/>
          </p:nvPr>
        </p:nvSpPr>
        <p:spPr>
          <a:xfrm>
            <a:off x="6049816" y="2875955"/>
            <a:ext cx="2161856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 Content">
  <p:cSld name="3  Content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1413867" y="669133"/>
            <a:ext cx="631626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8856" y="1768505"/>
            <a:ext cx="182880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0469" y="1898878"/>
            <a:ext cx="1643063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9206" y="1815792"/>
            <a:ext cx="174307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1547891" y="2298461"/>
            <a:ext cx="930728" cy="617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7" name="Google Shape;157;p23"/>
          <p:cNvSpPr txBox="1"/>
          <p:nvPr>
            <p:ph idx="2" type="body"/>
          </p:nvPr>
        </p:nvSpPr>
        <p:spPr>
          <a:xfrm>
            <a:off x="4106636" y="2298461"/>
            <a:ext cx="930728" cy="617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8" name="Google Shape;158;p23"/>
          <p:cNvSpPr txBox="1"/>
          <p:nvPr>
            <p:ph idx="3" type="body"/>
          </p:nvPr>
        </p:nvSpPr>
        <p:spPr>
          <a:xfrm>
            <a:off x="6665381" y="2298461"/>
            <a:ext cx="930728" cy="617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9" name="Google Shape;159;p23"/>
          <p:cNvSpPr txBox="1"/>
          <p:nvPr>
            <p:ph idx="4" type="body"/>
          </p:nvPr>
        </p:nvSpPr>
        <p:spPr>
          <a:xfrm>
            <a:off x="847274" y="3618141"/>
            <a:ext cx="2343070" cy="3471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5" type="body"/>
          </p:nvPr>
        </p:nvSpPr>
        <p:spPr>
          <a:xfrm>
            <a:off x="847274" y="3960572"/>
            <a:ext cx="2343070" cy="3471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idx="6" type="body"/>
          </p:nvPr>
        </p:nvSpPr>
        <p:spPr>
          <a:xfrm>
            <a:off x="3394696" y="3618141"/>
            <a:ext cx="2354609" cy="3471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cap="none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idx="7" type="body"/>
          </p:nvPr>
        </p:nvSpPr>
        <p:spPr>
          <a:xfrm>
            <a:off x="3394696" y="3960572"/>
            <a:ext cx="2354609" cy="3471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cap="none">
                <a:solidFill>
                  <a:schemeClr val="lt1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cap="none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23"/>
          <p:cNvSpPr txBox="1"/>
          <p:nvPr>
            <p:ph idx="8" type="body"/>
          </p:nvPr>
        </p:nvSpPr>
        <p:spPr>
          <a:xfrm>
            <a:off x="5953658" y="3618141"/>
            <a:ext cx="2343070" cy="3471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3"/>
          <p:cNvSpPr txBox="1"/>
          <p:nvPr>
            <p:ph idx="9" type="body"/>
          </p:nvPr>
        </p:nvSpPr>
        <p:spPr>
          <a:xfrm>
            <a:off x="5953658" y="3960572"/>
            <a:ext cx="2343070" cy="3471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TxTwoObj">
  <p:cSld name="TWO_OBJECTS_WITH_TEXT">
    <p:bg>
      <p:bgPr>
        <a:solidFill>
          <a:schemeClr val="accen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2200275" y="669133"/>
            <a:ext cx="631626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2200275" y="2082702"/>
            <a:ext cx="2943225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1" name="Google Shape;171;p24"/>
          <p:cNvSpPr txBox="1"/>
          <p:nvPr>
            <p:ph idx="2" type="body"/>
          </p:nvPr>
        </p:nvSpPr>
        <p:spPr>
          <a:xfrm>
            <a:off x="2200275" y="2875955"/>
            <a:ext cx="2943225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2" name="Google Shape;172;p24"/>
          <p:cNvSpPr txBox="1"/>
          <p:nvPr>
            <p:ph idx="3" type="body"/>
          </p:nvPr>
        </p:nvSpPr>
        <p:spPr>
          <a:xfrm>
            <a:off x="5557630" y="2082702"/>
            <a:ext cx="295772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3" name="Google Shape;173;p24"/>
          <p:cNvSpPr txBox="1"/>
          <p:nvPr>
            <p:ph idx="4" type="body"/>
          </p:nvPr>
        </p:nvSpPr>
        <p:spPr>
          <a:xfrm>
            <a:off x="5557630" y="2875955"/>
            <a:ext cx="2957720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4" name="Google Shape;174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 rotWithShape="1">
          <a:blip r:embed="rId2">
            <a:alphaModFix/>
          </a:blip>
          <a:srcRect b="22673" l="39434" r="0" t="20278"/>
          <a:stretch/>
        </p:blipFill>
        <p:spPr>
          <a:xfrm>
            <a:off x="19339" y="0"/>
            <a:ext cx="3276022" cy="2934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drant">
  <p:cSld name="Quadran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80" name="Google Shape;180;p25"/>
          <p:cNvCxnSpPr>
            <a:endCxn id="181" idx="1"/>
          </p:cNvCxnSpPr>
          <p:nvPr/>
        </p:nvCxnSpPr>
        <p:spPr>
          <a:xfrm>
            <a:off x="1736737" y="2831131"/>
            <a:ext cx="57186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25"/>
          <p:cNvCxnSpPr/>
          <p:nvPr/>
        </p:nvCxnSpPr>
        <p:spPr>
          <a:xfrm flipH="1" rot="10800000">
            <a:off x="4572000" y="1568979"/>
            <a:ext cx="3508" cy="2532614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3931888" y="1199960"/>
            <a:ext cx="1280224" cy="369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2" type="body"/>
          </p:nvPr>
        </p:nvSpPr>
        <p:spPr>
          <a:xfrm>
            <a:off x="2804049" y="1783839"/>
            <a:ext cx="887384" cy="369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3" type="body"/>
          </p:nvPr>
        </p:nvSpPr>
        <p:spPr>
          <a:xfrm>
            <a:off x="5641702" y="1626947"/>
            <a:ext cx="1280224" cy="786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6" name="Google Shape;186;p25"/>
          <p:cNvSpPr txBox="1"/>
          <p:nvPr>
            <p:ph idx="4" type="body"/>
          </p:nvPr>
        </p:nvSpPr>
        <p:spPr>
          <a:xfrm>
            <a:off x="691421" y="2646622"/>
            <a:ext cx="1045397" cy="369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5" type="body"/>
          </p:nvPr>
        </p:nvSpPr>
        <p:spPr>
          <a:xfrm>
            <a:off x="7455337" y="2646622"/>
            <a:ext cx="1035511" cy="369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6" type="body"/>
          </p:nvPr>
        </p:nvSpPr>
        <p:spPr>
          <a:xfrm>
            <a:off x="1978310" y="3475748"/>
            <a:ext cx="887384" cy="369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25"/>
          <p:cNvSpPr txBox="1"/>
          <p:nvPr>
            <p:ph idx="7" type="body"/>
          </p:nvPr>
        </p:nvSpPr>
        <p:spPr>
          <a:xfrm>
            <a:off x="3131418" y="3344895"/>
            <a:ext cx="887384" cy="369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idx="8" type="body"/>
          </p:nvPr>
        </p:nvSpPr>
        <p:spPr>
          <a:xfrm>
            <a:off x="4914536" y="3241341"/>
            <a:ext cx="887384" cy="369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0" name="Google Shape;190;p25"/>
          <p:cNvSpPr txBox="1"/>
          <p:nvPr>
            <p:ph idx="9" type="body"/>
          </p:nvPr>
        </p:nvSpPr>
        <p:spPr>
          <a:xfrm>
            <a:off x="3931888" y="4101593"/>
            <a:ext cx="1280224" cy="369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25"/>
          <p:cNvSpPr txBox="1"/>
          <p:nvPr>
            <p:ph idx="13" type="body"/>
          </p:nvPr>
        </p:nvSpPr>
        <p:spPr>
          <a:xfrm>
            <a:off x="5851393" y="3896755"/>
            <a:ext cx="887384" cy="369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2" name="Google Shape;192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6"/>
          <p:cNvPicPr preferRelativeResize="0"/>
          <p:nvPr/>
        </p:nvPicPr>
        <p:blipFill rotWithShape="1">
          <a:blip r:embed="rId2">
            <a:alphaModFix/>
          </a:blip>
          <a:srcRect b="23070" l="0" r="41824" t="18301"/>
          <a:stretch/>
        </p:blipFill>
        <p:spPr>
          <a:xfrm flipH="1">
            <a:off x="0" y="0"/>
            <a:ext cx="4081416" cy="5143500"/>
          </a:xfrm>
          <a:custGeom>
            <a:rect b="b" l="l" r="r" t="t"/>
            <a:pathLst>
              <a:path extrusionOk="0" h="6858000" w="5441888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97" name="Google Shape;197;p26"/>
          <p:cNvSpPr txBox="1"/>
          <p:nvPr>
            <p:ph type="title"/>
          </p:nvPr>
        </p:nvSpPr>
        <p:spPr>
          <a:xfrm>
            <a:off x="4440127" y="864578"/>
            <a:ext cx="4073978" cy="6347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4441691" y="1852136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4441371" y="2099205"/>
            <a:ext cx="4073978" cy="418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26"/>
          <p:cNvSpPr txBox="1"/>
          <p:nvPr>
            <p:ph idx="3" type="body"/>
          </p:nvPr>
        </p:nvSpPr>
        <p:spPr>
          <a:xfrm>
            <a:off x="4441691" y="2676983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1" name="Google Shape;201;p26"/>
          <p:cNvSpPr txBox="1"/>
          <p:nvPr>
            <p:ph idx="4" type="body"/>
          </p:nvPr>
        </p:nvSpPr>
        <p:spPr>
          <a:xfrm>
            <a:off x="4441371" y="2924052"/>
            <a:ext cx="4073978" cy="418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2" name="Google Shape;202;p26"/>
          <p:cNvSpPr txBox="1"/>
          <p:nvPr>
            <p:ph idx="5" type="body"/>
          </p:nvPr>
        </p:nvSpPr>
        <p:spPr>
          <a:xfrm>
            <a:off x="4441691" y="3501830"/>
            <a:ext cx="40749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26"/>
          <p:cNvSpPr txBox="1"/>
          <p:nvPr>
            <p:ph idx="6" type="body"/>
          </p:nvPr>
        </p:nvSpPr>
        <p:spPr>
          <a:xfrm>
            <a:off x="4441371" y="3748899"/>
            <a:ext cx="4073978" cy="418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4" name="Google Shape;20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5" name="Google Shape;20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25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bg>
      <p:bgPr>
        <a:solidFill>
          <a:schemeClr val="accen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561562" y="1021454"/>
            <a:ext cx="5074444" cy="372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0" name="Google Shape;210;p27"/>
          <p:cNvSpPr/>
          <p:nvPr>
            <p:ph idx="2" type="chart"/>
          </p:nvPr>
        </p:nvSpPr>
        <p:spPr>
          <a:xfrm>
            <a:off x="628650" y="1714502"/>
            <a:ext cx="4570703" cy="26566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3" type="body"/>
          </p:nvPr>
        </p:nvSpPr>
        <p:spPr>
          <a:xfrm>
            <a:off x="5893594" y="1713468"/>
            <a:ext cx="2360499" cy="229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2" name="Google Shape;212;p27"/>
          <p:cNvSpPr txBox="1"/>
          <p:nvPr>
            <p:ph idx="4" type="body"/>
          </p:nvPr>
        </p:nvSpPr>
        <p:spPr>
          <a:xfrm>
            <a:off x="5893594" y="2084785"/>
            <a:ext cx="2361010" cy="2321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800"/>
              <a:buNone/>
              <a:defRPr sz="800">
                <a:solidFill>
                  <a:srgbClr val="595959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800"/>
              <a:buNone/>
              <a:defRPr sz="800">
                <a:solidFill>
                  <a:srgbClr val="595959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800"/>
              <a:buNone/>
              <a:defRPr sz="800">
                <a:solidFill>
                  <a:srgbClr val="595959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800"/>
              <a:buNone/>
              <a:defRPr sz="800">
                <a:solidFill>
                  <a:srgbClr val="595959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Timeline 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0" y="2293262"/>
            <a:ext cx="9143999" cy="1507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685799" y="2516034"/>
            <a:ext cx="5486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147447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28"/>
          <p:cNvSpPr txBox="1"/>
          <p:nvPr>
            <p:ph idx="3" type="body"/>
          </p:nvPr>
        </p:nvSpPr>
        <p:spPr>
          <a:xfrm>
            <a:off x="206541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28"/>
          <p:cNvSpPr txBox="1"/>
          <p:nvPr>
            <p:ph idx="4" type="body"/>
          </p:nvPr>
        </p:nvSpPr>
        <p:spPr>
          <a:xfrm>
            <a:off x="265635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28"/>
          <p:cNvSpPr txBox="1"/>
          <p:nvPr>
            <p:ph idx="5" type="body"/>
          </p:nvPr>
        </p:nvSpPr>
        <p:spPr>
          <a:xfrm>
            <a:off x="324729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4" name="Google Shape;224;p28"/>
          <p:cNvSpPr txBox="1"/>
          <p:nvPr>
            <p:ph idx="6" type="body"/>
          </p:nvPr>
        </p:nvSpPr>
        <p:spPr>
          <a:xfrm>
            <a:off x="383823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5" name="Google Shape;225;p28"/>
          <p:cNvSpPr txBox="1"/>
          <p:nvPr>
            <p:ph idx="7" type="body"/>
          </p:nvPr>
        </p:nvSpPr>
        <p:spPr>
          <a:xfrm>
            <a:off x="442917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6" name="Google Shape;226;p28"/>
          <p:cNvSpPr txBox="1"/>
          <p:nvPr>
            <p:ph idx="8" type="body"/>
          </p:nvPr>
        </p:nvSpPr>
        <p:spPr>
          <a:xfrm>
            <a:off x="502011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9" type="body"/>
          </p:nvPr>
        </p:nvSpPr>
        <p:spPr>
          <a:xfrm>
            <a:off x="561105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13" type="body"/>
          </p:nvPr>
        </p:nvSpPr>
        <p:spPr>
          <a:xfrm>
            <a:off x="620199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14" type="body"/>
          </p:nvPr>
        </p:nvSpPr>
        <p:spPr>
          <a:xfrm>
            <a:off x="679293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idx="15" type="body"/>
          </p:nvPr>
        </p:nvSpPr>
        <p:spPr>
          <a:xfrm>
            <a:off x="7383870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28"/>
          <p:cNvSpPr txBox="1"/>
          <p:nvPr>
            <p:ph idx="16" type="body"/>
          </p:nvPr>
        </p:nvSpPr>
        <p:spPr>
          <a:xfrm>
            <a:off x="7974814" y="2626614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28"/>
          <p:cNvSpPr txBox="1"/>
          <p:nvPr>
            <p:ph idx="17" type="body"/>
          </p:nvPr>
        </p:nvSpPr>
        <p:spPr>
          <a:xfrm>
            <a:off x="685800" y="3219351"/>
            <a:ext cx="5486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28"/>
          <p:cNvSpPr txBox="1"/>
          <p:nvPr>
            <p:ph idx="18" type="body"/>
          </p:nvPr>
        </p:nvSpPr>
        <p:spPr>
          <a:xfrm>
            <a:off x="1477436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4" name="Google Shape;234;p28"/>
          <p:cNvSpPr txBox="1"/>
          <p:nvPr>
            <p:ph idx="19" type="body"/>
          </p:nvPr>
        </p:nvSpPr>
        <p:spPr>
          <a:xfrm>
            <a:off x="2068202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5" name="Google Shape;235;p28"/>
          <p:cNvSpPr txBox="1"/>
          <p:nvPr>
            <p:ph idx="20" type="body"/>
          </p:nvPr>
        </p:nvSpPr>
        <p:spPr>
          <a:xfrm>
            <a:off x="2658967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6" name="Google Shape;236;p28"/>
          <p:cNvSpPr txBox="1"/>
          <p:nvPr>
            <p:ph idx="21" type="body"/>
          </p:nvPr>
        </p:nvSpPr>
        <p:spPr>
          <a:xfrm>
            <a:off x="3249732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7" name="Google Shape;237;p28"/>
          <p:cNvSpPr txBox="1"/>
          <p:nvPr>
            <p:ph idx="22" type="body"/>
          </p:nvPr>
        </p:nvSpPr>
        <p:spPr>
          <a:xfrm>
            <a:off x="3840497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8" name="Google Shape;238;p28"/>
          <p:cNvSpPr txBox="1"/>
          <p:nvPr>
            <p:ph idx="23" type="body"/>
          </p:nvPr>
        </p:nvSpPr>
        <p:spPr>
          <a:xfrm>
            <a:off x="4431263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9" name="Google Shape;239;p28"/>
          <p:cNvSpPr txBox="1"/>
          <p:nvPr>
            <p:ph idx="24" type="body"/>
          </p:nvPr>
        </p:nvSpPr>
        <p:spPr>
          <a:xfrm>
            <a:off x="5022028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0" name="Google Shape;240;p28"/>
          <p:cNvSpPr txBox="1"/>
          <p:nvPr>
            <p:ph idx="25" type="body"/>
          </p:nvPr>
        </p:nvSpPr>
        <p:spPr>
          <a:xfrm>
            <a:off x="5612793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1" name="Google Shape;241;p28"/>
          <p:cNvSpPr txBox="1"/>
          <p:nvPr>
            <p:ph idx="26" type="body"/>
          </p:nvPr>
        </p:nvSpPr>
        <p:spPr>
          <a:xfrm>
            <a:off x="6203558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2" name="Google Shape;242;p28"/>
          <p:cNvSpPr txBox="1"/>
          <p:nvPr>
            <p:ph idx="27" type="body"/>
          </p:nvPr>
        </p:nvSpPr>
        <p:spPr>
          <a:xfrm>
            <a:off x="6794324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28"/>
          <p:cNvSpPr txBox="1"/>
          <p:nvPr>
            <p:ph idx="28" type="body"/>
          </p:nvPr>
        </p:nvSpPr>
        <p:spPr>
          <a:xfrm>
            <a:off x="7385089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28"/>
          <p:cNvSpPr txBox="1"/>
          <p:nvPr>
            <p:ph idx="29" type="body"/>
          </p:nvPr>
        </p:nvSpPr>
        <p:spPr>
          <a:xfrm>
            <a:off x="7975854" y="3319272"/>
            <a:ext cx="480060" cy="151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5" name="Google Shape;245;p28"/>
          <p:cNvSpPr/>
          <p:nvPr/>
        </p:nvSpPr>
        <p:spPr>
          <a:xfrm>
            <a:off x="697230" y="3026089"/>
            <a:ext cx="7749540" cy="34289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7" name="Google Shape;247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8" name="Google Shape;248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 Art">
  <p:cSld name="Smart Art"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53" name="Google Shape;253;p29"/>
          <p:cNvCxnSpPr/>
          <p:nvPr/>
        </p:nvCxnSpPr>
        <p:spPr>
          <a:xfrm flipH="1" rot="10800000">
            <a:off x="0" y="0"/>
            <a:ext cx="1943100" cy="57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4" name="Google Shape;254;p29"/>
          <p:cNvCxnSpPr/>
          <p:nvPr/>
        </p:nvCxnSpPr>
        <p:spPr>
          <a:xfrm flipH="1">
            <a:off x="0" y="0"/>
            <a:ext cx="528638" cy="7709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6" name="Google Shape;256;p29"/>
          <p:cNvSpPr txBox="1"/>
          <p:nvPr>
            <p:ph idx="1" type="body"/>
          </p:nvPr>
        </p:nvSpPr>
        <p:spPr>
          <a:xfrm>
            <a:off x="628650" y="1603772"/>
            <a:ext cx="7886700" cy="2771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4 People">
  <p:cSld name="Team Slide 4 People"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1413867" y="669133"/>
            <a:ext cx="631626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9" name="Google Shape;259;p30"/>
          <p:cNvSpPr/>
          <p:nvPr>
            <p:ph idx="2" type="pic"/>
          </p:nvPr>
        </p:nvSpPr>
        <p:spPr>
          <a:xfrm>
            <a:off x="1115386" y="2164556"/>
            <a:ext cx="1384133" cy="13841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983668" y="3813393"/>
            <a:ext cx="1647464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61" name="Google Shape;261;p30"/>
          <p:cNvSpPr txBox="1"/>
          <p:nvPr>
            <p:ph idx="3" type="body"/>
          </p:nvPr>
        </p:nvSpPr>
        <p:spPr>
          <a:xfrm>
            <a:off x="1115386" y="4098086"/>
            <a:ext cx="1384133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62" name="Google Shape;262;p30"/>
          <p:cNvSpPr/>
          <p:nvPr>
            <p:ph idx="4" type="pic"/>
          </p:nvPr>
        </p:nvSpPr>
        <p:spPr>
          <a:xfrm>
            <a:off x="2877685" y="2164556"/>
            <a:ext cx="1384133" cy="13841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3" name="Google Shape;263;p30"/>
          <p:cNvSpPr txBox="1"/>
          <p:nvPr>
            <p:ph idx="5" type="body"/>
          </p:nvPr>
        </p:nvSpPr>
        <p:spPr>
          <a:xfrm>
            <a:off x="2780705" y="3824405"/>
            <a:ext cx="1608787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64" name="Google Shape;264;p30"/>
          <p:cNvSpPr txBox="1"/>
          <p:nvPr>
            <p:ph idx="6" type="body"/>
          </p:nvPr>
        </p:nvSpPr>
        <p:spPr>
          <a:xfrm>
            <a:off x="2877685" y="4109097"/>
            <a:ext cx="1391962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65" name="Google Shape;265;p30"/>
          <p:cNvSpPr/>
          <p:nvPr>
            <p:ph idx="7" type="pic"/>
          </p:nvPr>
        </p:nvSpPr>
        <p:spPr>
          <a:xfrm>
            <a:off x="4745684" y="2164556"/>
            <a:ext cx="1384133" cy="13841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6" name="Google Shape;266;p30"/>
          <p:cNvSpPr txBox="1"/>
          <p:nvPr>
            <p:ph idx="8" type="body"/>
          </p:nvPr>
        </p:nvSpPr>
        <p:spPr>
          <a:xfrm>
            <a:off x="4648703" y="3824405"/>
            <a:ext cx="1599739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67" name="Google Shape;267;p30"/>
          <p:cNvSpPr txBox="1"/>
          <p:nvPr>
            <p:ph idx="9" type="body"/>
          </p:nvPr>
        </p:nvSpPr>
        <p:spPr>
          <a:xfrm>
            <a:off x="4745683" y="4109097"/>
            <a:ext cx="1384133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68" name="Google Shape;268;p30"/>
          <p:cNvSpPr/>
          <p:nvPr>
            <p:ph idx="13" type="pic"/>
          </p:nvPr>
        </p:nvSpPr>
        <p:spPr>
          <a:xfrm>
            <a:off x="6560594" y="2164556"/>
            <a:ext cx="1384133" cy="13841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9" name="Google Shape;269;p30"/>
          <p:cNvSpPr txBox="1"/>
          <p:nvPr>
            <p:ph idx="14" type="body"/>
          </p:nvPr>
        </p:nvSpPr>
        <p:spPr>
          <a:xfrm>
            <a:off x="6463614" y="3813393"/>
            <a:ext cx="1599738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70" name="Google Shape;270;p30"/>
          <p:cNvSpPr txBox="1"/>
          <p:nvPr>
            <p:ph idx="15" type="body"/>
          </p:nvPr>
        </p:nvSpPr>
        <p:spPr>
          <a:xfrm>
            <a:off x="6560594" y="4098086"/>
            <a:ext cx="1384132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cxnSp>
        <p:nvCxnSpPr>
          <p:cNvPr id="271" name="Google Shape;271;p30"/>
          <p:cNvCxnSpPr/>
          <p:nvPr/>
        </p:nvCxnSpPr>
        <p:spPr>
          <a:xfrm rot="10800000">
            <a:off x="5500688" y="0"/>
            <a:ext cx="3643313" cy="57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" name="Google Shape;272;p30"/>
          <p:cNvCxnSpPr/>
          <p:nvPr/>
        </p:nvCxnSpPr>
        <p:spPr>
          <a:xfrm>
            <a:off x="8615363" y="0"/>
            <a:ext cx="528638" cy="12930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4" name="Google Shape;274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70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/>
          <p:nvPr>
            <p:ph type="title"/>
          </p:nvPr>
        </p:nvSpPr>
        <p:spPr>
          <a:xfrm>
            <a:off x="4107656" y="1253729"/>
            <a:ext cx="3833813" cy="90368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8" name="Google Shape;278;p31"/>
          <p:cNvSpPr txBox="1"/>
          <p:nvPr>
            <p:ph idx="1" type="body"/>
          </p:nvPr>
        </p:nvSpPr>
        <p:spPr>
          <a:xfrm>
            <a:off x="4107656" y="2761910"/>
            <a:ext cx="3833813" cy="11441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279" name="Google Shape;279;p31"/>
          <p:cNvCxnSpPr/>
          <p:nvPr/>
        </p:nvCxnSpPr>
        <p:spPr>
          <a:xfrm rot="10800000">
            <a:off x="0" y="657225"/>
            <a:ext cx="3571875" cy="122158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0" name="Google Shape;280;p31"/>
          <p:cNvCxnSpPr/>
          <p:nvPr/>
        </p:nvCxnSpPr>
        <p:spPr>
          <a:xfrm rot="10800000">
            <a:off x="1978819" y="0"/>
            <a:ext cx="1593057" cy="38897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1" name="Google Shape;281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2" name="Google Shape;282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3" name="Google Shape;283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25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dk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ctrTitle"/>
          </p:nvPr>
        </p:nvSpPr>
        <p:spPr>
          <a:xfrm>
            <a:off x="3200400" y="1211802"/>
            <a:ext cx="3134678" cy="114355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6" name="Google Shape;286;p32"/>
          <p:cNvSpPr txBox="1"/>
          <p:nvPr>
            <p:ph idx="1" type="subTitle"/>
          </p:nvPr>
        </p:nvSpPr>
        <p:spPr>
          <a:xfrm>
            <a:off x="3200400" y="2428577"/>
            <a:ext cx="3134678" cy="15031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87" name="Google Shape;28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38270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2"/>
          <p:cNvSpPr txBox="1"/>
          <p:nvPr>
            <p:ph idx="10" type="dt"/>
          </p:nvPr>
        </p:nvSpPr>
        <p:spPr>
          <a:xfrm>
            <a:off x="3200400" y="4767263"/>
            <a:ext cx="133077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9" name="Google Shape;289;p32"/>
          <p:cNvSpPr txBox="1"/>
          <p:nvPr>
            <p:ph idx="11" type="ftr"/>
          </p:nvPr>
        </p:nvSpPr>
        <p:spPr>
          <a:xfrm>
            <a:off x="4859791" y="4767263"/>
            <a:ext cx="199616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0" name="Google Shape;290;p32"/>
          <p:cNvSpPr txBox="1"/>
          <p:nvPr>
            <p:ph idx="12" type="sldNum"/>
          </p:nvPr>
        </p:nvSpPr>
        <p:spPr>
          <a:xfrm>
            <a:off x="7184571" y="4767263"/>
            <a:ext cx="133077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8 People">
  <p:cSld name="Team Slide 8 People">
    <p:bg>
      <p:bgPr>
        <a:solidFill>
          <a:schemeClr val="dk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 txBox="1"/>
          <p:nvPr>
            <p:ph type="title"/>
          </p:nvPr>
        </p:nvSpPr>
        <p:spPr>
          <a:xfrm>
            <a:off x="1413867" y="669133"/>
            <a:ext cx="631626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33"/>
          <p:cNvSpPr/>
          <p:nvPr>
            <p:ph idx="2" type="pic"/>
          </p:nvPr>
        </p:nvSpPr>
        <p:spPr>
          <a:xfrm>
            <a:off x="1407882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4" name="Google Shape;294;p33"/>
          <p:cNvSpPr txBox="1"/>
          <p:nvPr>
            <p:ph idx="1" type="body"/>
          </p:nvPr>
        </p:nvSpPr>
        <p:spPr>
          <a:xfrm>
            <a:off x="1125126" y="2740784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95" name="Google Shape;295;p33"/>
          <p:cNvSpPr txBox="1"/>
          <p:nvPr>
            <p:ph idx="3" type="body"/>
          </p:nvPr>
        </p:nvSpPr>
        <p:spPr>
          <a:xfrm>
            <a:off x="1042590" y="2836529"/>
            <a:ext cx="154305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96" name="Google Shape;296;p33"/>
          <p:cNvSpPr/>
          <p:nvPr>
            <p:ph idx="4" type="pic"/>
          </p:nvPr>
        </p:nvSpPr>
        <p:spPr>
          <a:xfrm>
            <a:off x="3169703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97" name="Google Shape;297;p33"/>
          <p:cNvSpPr txBox="1"/>
          <p:nvPr>
            <p:ph idx="5" type="body"/>
          </p:nvPr>
        </p:nvSpPr>
        <p:spPr>
          <a:xfrm>
            <a:off x="2886947" y="2751795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98" name="Google Shape;298;p33"/>
          <p:cNvSpPr txBox="1"/>
          <p:nvPr>
            <p:ph idx="6" type="body"/>
          </p:nvPr>
        </p:nvSpPr>
        <p:spPr>
          <a:xfrm>
            <a:off x="2804410" y="2847541"/>
            <a:ext cx="154305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99" name="Google Shape;299;p33"/>
          <p:cNvSpPr/>
          <p:nvPr>
            <p:ph idx="7" type="pic"/>
          </p:nvPr>
        </p:nvSpPr>
        <p:spPr>
          <a:xfrm>
            <a:off x="5037701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0" name="Google Shape;300;p33"/>
          <p:cNvSpPr txBox="1"/>
          <p:nvPr>
            <p:ph idx="8" type="body"/>
          </p:nvPr>
        </p:nvSpPr>
        <p:spPr>
          <a:xfrm>
            <a:off x="4754945" y="2751795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01" name="Google Shape;301;p33"/>
          <p:cNvSpPr txBox="1"/>
          <p:nvPr>
            <p:ph idx="9" type="body"/>
          </p:nvPr>
        </p:nvSpPr>
        <p:spPr>
          <a:xfrm>
            <a:off x="4663472" y="2847541"/>
            <a:ext cx="154305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02" name="Google Shape;302;p33"/>
          <p:cNvSpPr/>
          <p:nvPr>
            <p:ph idx="13" type="pic"/>
          </p:nvPr>
        </p:nvSpPr>
        <p:spPr>
          <a:xfrm>
            <a:off x="6852611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3" name="Google Shape;303;p33"/>
          <p:cNvSpPr txBox="1"/>
          <p:nvPr>
            <p:ph idx="14" type="body"/>
          </p:nvPr>
        </p:nvSpPr>
        <p:spPr>
          <a:xfrm>
            <a:off x="6569855" y="2740784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04" name="Google Shape;304;p33"/>
          <p:cNvSpPr txBox="1"/>
          <p:nvPr>
            <p:ph idx="15" type="body"/>
          </p:nvPr>
        </p:nvSpPr>
        <p:spPr>
          <a:xfrm>
            <a:off x="6475824" y="2836529"/>
            <a:ext cx="154305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05" name="Google Shape;305;p33"/>
          <p:cNvSpPr/>
          <p:nvPr>
            <p:ph idx="16" type="pic"/>
          </p:nvPr>
        </p:nvSpPr>
        <p:spPr>
          <a:xfrm>
            <a:off x="1407882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6" name="Google Shape;306;p33"/>
          <p:cNvSpPr txBox="1"/>
          <p:nvPr>
            <p:ph idx="17" type="body"/>
          </p:nvPr>
        </p:nvSpPr>
        <p:spPr>
          <a:xfrm>
            <a:off x="1125126" y="4134911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07" name="Google Shape;307;p33"/>
          <p:cNvSpPr txBox="1"/>
          <p:nvPr>
            <p:ph idx="18" type="body"/>
          </p:nvPr>
        </p:nvSpPr>
        <p:spPr>
          <a:xfrm>
            <a:off x="1042590" y="4230656"/>
            <a:ext cx="154305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08" name="Google Shape;308;p33"/>
          <p:cNvSpPr/>
          <p:nvPr>
            <p:ph idx="19" type="pic"/>
          </p:nvPr>
        </p:nvSpPr>
        <p:spPr>
          <a:xfrm>
            <a:off x="3169703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9" name="Google Shape;309;p33"/>
          <p:cNvSpPr txBox="1"/>
          <p:nvPr>
            <p:ph idx="20" type="body"/>
          </p:nvPr>
        </p:nvSpPr>
        <p:spPr>
          <a:xfrm>
            <a:off x="2886947" y="4145922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0" name="Google Shape;310;p33"/>
          <p:cNvSpPr txBox="1"/>
          <p:nvPr>
            <p:ph idx="21" type="body"/>
          </p:nvPr>
        </p:nvSpPr>
        <p:spPr>
          <a:xfrm>
            <a:off x="2804410" y="4241668"/>
            <a:ext cx="154305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1" name="Google Shape;311;p33"/>
          <p:cNvSpPr/>
          <p:nvPr>
            <p:ph idx="22" type="pic"/>
          </p:nvPr>
        </p:nvSpPr>
        <p:spPr>
          <a:xfrm>
            <a:off x="5037701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12" name="Google Shape;312;p33"/>
          <p:cNvSpPr txBox="1"/>
          <p:nvPr>
            <p:ph idx="23" type="body"/>
          </p:nvPr>
        </p:nvSpPr>
        <p:spPr>
          <a:xfrm>
            <a:off x="4754945" y="4145922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3" name="Google Shape;313;p33"/>
          <p:cNvSpPr txBox="1"/>
          <p:nvPr>
            <p:ph idx="24" type="body"/>
          </p:nvPr>
        </p:nvSpPr>
        <p:spPr>
          <a:xfrm>
            <a:off x="4672409" y="4241668"/>
            <a:ext cx="154305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4" name="Google Shape;314;p33"/>
          <p:cNvSpPr/>
          <p:nvPr>
            <p:ph idx="25" type="pic"/>
          </p:nvPr>
        </p:nvSpPr>
        <p:spPr>
          <a:xfrm>
            <a:off x="6852611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15" name="Google Shape;315;p33"/>
          <p:cNvSpPr txBox="1"/>
          <p:nvPr>
            <p:ph idx="26" type="body"/>
          </p:nvPr>
        </p:nvSpPr>
        <p:spPr>
          <a:xfrm>
            <a:off x="6569855" y="4134911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6" name="Google Shape;316;p33"/>
          <p:cNvSpPr txBox="1"/>
          <p:nvPr>
            <p:ph idx="27" type="body"/>
          </p:nvPr>
        </p:nvSpPr>
        <p:spPr>
          <a:xfrm>
            <a:off x="6475824" y="4230656"/>
            <a:ext cx="154305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7" name="Google Shape;317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9" name="Google Shape;319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0" name="Google Shape;32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55465"/>
            <a:ext cx="1543050" cy="1235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750" y="3885667"/>
            <a:ext cx="85725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ding">
  <p:cSld name="Funding"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34"/>
          <p:cNvCxnSpPr/>
          <p:nvPr/>
        </p:nvCxnSpPr>
        <p:spPr>
          <a:xfrm flipH="1">
            <a:off x="0" y="0"/>
            <a:ext cx="928688" cy="9960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4" name="Google Shape;324;p34"/>
          <p:cNvCxnSpPr/>
          <p:nvPr/>
        </p:nvCxnSpPr>
        <p:spPr>
          <a:xfrm flipH="1">
            <a:off x="0" y="0"/>
            <a:ext cx="2843212" cy="6691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5" name="Google Shape;325;p34"/>
          <p:cNvSpPr txBox="1"/>
          <p:nvPr>
            <p:ph type="title"/>
          </p:nvPr>
        </p:nvSpPr>
        <p:spPr>
          <a:xfrm>
            <a:off x="1413867" y="669133"/>
            <a:ext cx="631626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6" name="Google Shape;326;p34"/>
          <p:cNvSpPr txBox="1"/>
          <p:nvPr>
            <p:ph idx="1" type="body"/>
          </p:nvPr>
        </p:nvSpPr>
        <p:spPr>
          <a:xfrm>
            <a:off x="806585" y="1588981"/>
            <a:ext cx="1392174" cy="12481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34"/>
          <p:cNvSpPr txBox="1"/>
          <p:nvPr>
            <p:ph idx="2" type="body"/>
          </p:nvPr>
        </p:nvSpPr>
        <p:spPr>
          <a:xfrm>
            <a:off x="628650" y="2841610"/>
            <a:ext cx="1748045" cy="60364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28" name="Google Shape;328;p34"/>
          <p:cNvSpPr txBox="1"/>
          <p:nvPr>
            <p:ph idx="3" type="body"/>
          </p:nvPr>
        </p:nvSpPr>
        <p:spPr>
          <a:xfrm>
            <a:off x="628650" y="3348607"/>
            <a:ext cx="1748045" cy="32887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29" name="Google Shape;329;p34"/>
          <p:cNvSpPr txBox="1"/>
          <p:nvPr>
            <p:ph idx="4" type="body"/>
          </p:nvPr>
        </p:nvSpPr>
        <p:spPr>
          <a:xfrm>
            <a:off x="628650" y="3840542"/>
            <a:ext cx="1748045" cy="639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0" name="Google Shape;330;p34"/>
          <p:cNvSpPr txBox="1"/>
          <p:nvPr>
            <p:ph idx="5" type="body"/>
          </p:nvPr>
        </p:nvSpPr>
        <p:spPr>
          <a:xfrm>
            <a:off x="2858543" y="1588981"/>
            <a:ext cx="1392174" cy="12481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1" name="Google Shape;331;p34"/>
          <p:cNvSpPr txBox="1"/>
          <p:nvPr>
            <p:ph idx="6" type="body"/>
          </p:nvPr>
        </p:nvSpPr>
        <p:spPr>
          <a:xfrm>
            <a:off x="2671999" y="2841610"/>
            <a:ext cx="1756654" cy="60364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32" name="Google Shape;332;p34"/>
          <p:cNvSpPr txBox="1"/>
          <p:nvPr>
            <p:ph idx="7" type="body"/>
          </p:nvPr>
        </p:nvSpPr>
        <p:spPr>
          <a:xfrm>
            <a:off x="2671999" y="3348607"/>
            <a:ext cx="1756654" cy="32887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33" name="Google Shape;333;p34"/>
          <p:cNvSpPr txBox="1"/>
          <p:nvPr>
            <p:ph idx="8" type="body"/>
          </p:nvPr>
        </p:nvSpPr>
        <p:spPr>
          <a:xfrm>
            <a:off x="2671999" y="3840542"/>
            <a:ext cx="1756654" cy="639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4" name="Google Shape;334;p34"/>
          <p:cNvSpPr txBox="1"/>
          <p:nvPr>
            <p:ph idx="9" type="body"/>
          </p:nvPr>
        </p:nvSpPr>
        <p:spPr>
          <a:xfrm>
            <a:off x="4893283" y="1588981"/>
            <a:ext cx="1392174" cy="12481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5" name="Google Shape;335;p34"/>
          <p:cNvSpPr txBox="1"/>
          <p:nvPr>
            <p:ph idx="13" type="body"/>
          </p:nvPr>
        </p:nvSpPr>
        <p:spPr>
          <a:xfrm>
            <a:off x="4723957" y="2841610"/>
            <a:ext cx="1748045" cy="60364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36" name="Google Shape;336;p34"/>
          <p:cNvSpPr txBox="1"/>
          <p:nvPr>
            <p:ph idx="14" type="body"/>
          </p:nvPr>
        </p:nvSpPr>
        <p:spPr>
          <a:xfrm>
            <a:off x="4723957" y="3348607"/>
            <a:ext cx="1748045" cy="32887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37" name="Google Shape;337;p34"/>
          <p:cNvSpPr txBox="1"/>
          <p:nvPr>
            <p:ph idx="15" type="body"/>
          </p:nvPr>
        </p:nvSpPr>
        <p:spPr>
          <a:xfrm>
            <a:off x="4723957" y="3840542"/>
            <a:ext cx="1748045" cy="639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8" name="Google Shape;338;p34"/>
          <p:cNvSpPr txBox="1"/>
          <p:nvPr>
            <p:ph idx="16" type="body"/>
          </p:nvPr>
        </p:nvSpPr>
        <p:spPr>
          <a:xfrm>
            <a:off x="6945241" y="1588981"/>
            <a:ext cx="1392174" cy="12481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9" name="Google Shape;339;p34"/>
          <p:cNvSpPr txBox="1"/>
          <p:nvPr>
            <p:ph idx="17" type="body"/>
          </p:nvPr>
        </p:nvSpPr>
        <p:spPr>
          <a:xfrm>
            <a:off x="6767306" y="2841343"/>
            <a:ext cx="1748044" cy="60364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40" name="Google Shape;340;p34"/>
          <p:cNvSpPr txBox="1"/>
          <p:nvPr>
            <p:ph idx="18" type="body"/>
          </p:nvPr>
        </p:nvSpPr>
        <p:spPr>
          <a:xfrm>
            <a:off x="6767306" y="3348341"/>
            <a:ext cx="1748044" cy="32887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0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41" name="Google Shape;341;p34"/>
          <p:cNvSpPr txBox="1"/>
          <p:nvPr>
            <p:ph idx="19" type="body"/>
          </p:nvPr>
        </p:nvSpPr>
        <p:spPr>
          <a:xfrm>
            <a:off x="6767306" y="3840275"/>
            <a:ext cx="1748044" cy="639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2" name="Google Shape;342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3" name="Google Shape;343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4" name="Google Shape;344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"/>
          <p:cNvSpPr txBox="1"/>
          <p:nvPr>
            <p:ph type="ctrTitle"/>
          </p:nvPr>
        </p:nvSpPr>
        <p:spPr>
          <a:xfrm>
            <a:off x="4812030" y="2571750"/>
            <a:ext cx="3706328" cy="159603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3" name="Google Shape;353;p36"/>
          <p:cNvSpPr txBox="1"/>
          <p:nvPr>
            <p:ph idx="1" type="subTitle"/>
          </p:nvPr>
        </p:nvSpPr>
        <p:spPr>
          <a:xfrm>
            <a:off x="4812031" y="4190168"/>
            <a:ext cx="3706328" cy="297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354" name="Google Shape;354;p36"/>
          <p:cNvPicPr preferRelativeResize="0"/>
          <p:nvPr/>
        </p:nvPicPr>
        <p:blipFill rotWithShape="1">
          <a:blip r:embed="rId2">
            <a:alphaModFix/>
          </a:blip>
          <a:srcRect b="-1" l="9358" r="0" t="23650"/>
          <a:stretch/>
        </p:blipFill>
        <p:spPr>
          <a:xfrm>
            <a:off x="0" y="0"/>
            <a:ext cx="7116234" cy="3790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secHead">
  <p:cSld name="SECTION_HEADER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37"/>
          <p:cNvGrpSpPr/>
          <p:nvPr/>
        </p:nvGrpSpPr>
        <p:grpSpPr>
          <a:xfrm>
            <a:off x="5214938" y="-19051"/>
            <a:ext cx="3929063" cy="5176838"/>
            <a:chOff x="6953250" y="-25401"/>
            <a:chExt cx="5238750" cy="6902451"/>
          </a:xfrm>
        </p:grpSpPr>
        <p:cxnSp>
          <p:nvCxnSpPr>
            <p:cNvPr id="357" name="Google Shape;357;p37"/>
            <p:cNvCxnSpPr/>
            <p:nvPr/>
          </p:nvCxnSpPr>
          <p:spPr>
            <a:xfrm>
              <a:off x="9096375" y="1497012"/>
              <a:ext cx="309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8" name="Google Shape;358;p37"/>
            <p:cNvCxnSpPr/>
            <p:nvPr/>
          </p:nvCxnSpPr>
          <p:spPr>
            <a:xfrm flipH="1">
              <a:off x="6953250" y="-25401"/>
              <a:ext cx="3790950" cy="690245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9" name="Google Shape;359;p37"/>
          <p:cNvSpPr txBox="1"/>
          <p:nvPr>
            <p:ph type="title"/>
          </p:nvPr>
        </p:nvSpPr>
        <p:spPr>
          <a:xfrm>
            <a:off x="1021556" y="459712"/>
            <a:ext cx="3833813" cy="169770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0" name="Google Shape;360;p37"/>
          <p:cNvSpPr txBox="1"/>
          <p:nvPr>
            <p:ph idx="1" type="body"/>
          </p:nvPr>
        </p:nvSpPr>
        <p:spPr>
          <a:xfrm>
            <a:off x="1021556" y="2745581"/>
            <a:ext cx="3833813" cy="16977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1" name="Google Shape;361;p37"/>
          <p:cNvSpPr txBox="1"/>
          <p:nvPr>
            <p:ph idx="10" type="dt"/>
          </p:nvPr>
        </p:nvSpPr>
        <p:spPr>
          <a:xfrm>
            <a:off x="628650" y="4767263"/>
            <a:ext cx="914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2" name="Google Shape;362;p37"/>
          <p:cNvSpPr txBox="1"/>
          <p:nvPr>
            <p:ph idx="11" type="ftr"/>
          </p:nvPr>
        </p:nvSpPr>
        <p:spPr>
          <a:xfrm>
            <a:off x="1847850" y="4767263"/>
            <a:ext cx="26098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3" name="Google Shape;363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obj">
  <p:cSld name="OBJECT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8"/>
          <p:cNvPicPr preferRelativeResize="0"/>
          <p:nvPr/>
        </p:nvPicPr>
        <p:blipFill rotWithShape="1">
          <a:blip r:embed="rId2">
            <a:alphaModFix/>
          </a:blip>
          <a:srcRect b="23070" l="0" r="28340" t="18301"/>
          <a:stretch/>
        </p:blipFill>
        <p:spPr>
          <a:xfrm>
            <a:off x="4116611" y="0"/>
            <a:ext cx="502738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8"/>
          <p:cNvSpPr txBox="1"/>
          <p:nvPr>
            <p:ph type="title"/>
          </p:nvPr>
        </p:nvSpPr>
        <p:spPr>
          <a:xfrm>
            <a:off x="1000125" y="218552"/>
            <a:ext cx="2171700" cy="154095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7" name="Google Shape;367;p38"/>
          <p:cNvSpPr txBox="1"/>
          <p:nvPr>
            <p:ph idx="1" type="body"/>
          </p:nvPr>
        </p:nvSpPr>
        <p:spPr>
          <a:xfrm>
            <a:off x="1000125" y="2193131"/>
            <a:ext cx="2171700" cy="18895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38"/>
          <p:cNvSpPr txBox="1"/>
          <p:nvPr>
            <p:ph idx="10" type="dt"/>
          </p:nvPr>
        </p:nvSpPr>
        <p:spPr>
          <a:xfrm>
            <a:off x="1000125" y="4767263"/>
            <a:ext cx="73886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9" name="Google Shape;369;p38"/>
          <p:cNvSpPr txBox="1"/>
          <p:nvPr>
            <p:ph idx="11" type="ftr"/>
          </p:nvPr>
        </p:nvSpPr>
        <p:spPr>
          <a:xfrm>
            <a:off x="2002414" y="4767262"/>
            <a:ext cx="18621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0" name="Google Shape;370;p38"/>
          <p:cNvSpPr txBox="1"/>
          <p:nvPr>
            <p:ph idx="12" type="sldNum"/>
          </p:nvPr>
        </p:nvSpPr>
        <p:spPr>
          <a:xfrm>
            <a:off x="4152229" y="4767263"/>
            <a:ext cx="7406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">
  <p:cSld name="Section Break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1506"/>
            <a:ext cx="4407694" cy="3900487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9"/>
          <p:cNvSpPr txBox="1"/>
          <p:nvPr>
            <p:ph type="ctrTitle"/>
          </p:nvPr>
        </p:nvSpPr>
        <p:spPr>
          <a:xfrm>
            <a:off x="5243513" y="391886"/>
            <a:ext cx="3134677" cy="250639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4" name="Google Shape;374;p39"/>
          <p:cNvSpPr txBox="1"/>
          <p:nvPr>
            <p:ph idx="1" type="subTitle"/>
          </p:nvPr>
        </p:nvSpPr>
        <p:spPr>
          <a:xfrm>
            <a:off x="5243513" y="2948894"/>
            <a:ext cx="313467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628650" y="10072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186237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2" name="Google Shape;382;p41"/>
          <p:cNvCxnSpPr/>
          <p:nvPr/>
        </p:nvCxnSpPr>
        <p:spPr>
          <a:xfrm flipH="1" rot="10800000">
            <a:off x="1657350" y="0"/>
            <a:ext cx="182880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3" name="Google Shape;383;p41"/>
          <p:cNvSpPr txBox="1"/>
          <p:nvPr>
            <p:ph type="title"/>
          </p:nvPr>
        </p:nvSpPr>
        <p:spPr>
          <a:xfrm>
            <a:off x="3493293" y="2107406"/>
            <a:ext cx="5022056" cy="14323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1" type="subTitle"/>
          </p:nvPr>
        </p:nvSpPr>
        <p:spPr>
          <a:xfrm>
            <a:off x="3493294" y="3771602"/>
            <a:ext cx="50220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1200"/>
              <a:buNone/>
              <a:defRPr sz="12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5" name="Google Shape;385;p41"/>
          <p:cNvSpPr txBox="1"/>
          <p:nvPr>
            <p:ph idx="10" type="dt"/>
          </p:nvPr>
        </p:nvSpPr>
        <p:spPr>
          <a:xfrm>
            <a:off x="3507581" y="4767263"/>
            <a:ext cx="127158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11" type="ftr"/>
          </p:nvPr>
        </p:nvSpPr>
        <p:spPr>
          <a:xfrm>
            <a:off x="5057774" y="4767263"/>
            <a:ext cx="190738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idx="12" type="sldNum"/>
          </p:nvPr>
        </p:nvSpPr>
        <p:spPr>
          <a:xfrm>
            <a:off x="7243763" y="4767263"/>
            <a:ext cx="127158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4 People">
  <p:cSld name="Team Slide 4 People">
    <p:bg>
      <p:bgPr>
        <a:solidFill>
          <a:schemeClr val="lt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42"/>
          <p:cNvGrpSpPr/>
          <p:nvPr/>
        </p:nvGrpSpPr>
        <p:grpSpPr>
          <a:xfrm>
            <a:off x="5500688" y="0"/>
            <a:ext cx="3643313" cy="1293019"/>
            <a:chOff x="7334250" y="0"/>
            <a:chExt cx="4857750" cy="1724025"/>
          </a:xfrm>
        </p:grpSpPr>
        <p:cxnSp>
          <p:nvCxnSpPr>
            <p:cNvPr id="390" name="Google Shape;390;p42"/>
            <p:cNvCxnSpPr/>
            <p:nvPr/>
          </p:nvCxnSpPr>
          <p:spPr>
            <a:xfrm rot="10800000">
              <a:off x="7334250" y="0"/>
              <a:ext cx="485775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" name="Google Shape;391;p42"/>
            <p:cNvCxnSpPr/>
            <p:nvPr/>
          </p:nvCxnSpPr>
          <p:spPr>
            <a:xfrm>
              <a:off x="11487150" y="0"/>
              <a:ext cx="704850" cy="1724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2" name="Google Shape;392;p42"/>
          <p:cNvSpPr txBox="1"/>
          <p:nvPr>
            <p:ph type="title"/>
          </p:nvPr>
        </p:nvSpPr>
        <p:spPr>
          <a:xfrm>
            <a:off x="921425" y="669133"/>
            <a:ext cx="7183487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3" name="Google Shape;393;p42"/>
          <p:cNvSpPr/>
          <p:nvPr>
            <p:ph idx="2" type="pic"/>
          </p:nvPr>
        </p:nvSpPr>
        <p:spPr>
          <a:xfrm>
            <a:off x="1115386" y="2164556"/>
            <a:ext cx="1384133" cy="13841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94" name="Google Shape;394;p42"/>
          <p:cNvSpPr txBox="1"/>
          <p:nvPr>
            <p:ph idx="1" type="body"/>
          </p:nvPr>
        </p:nvSpPr>
        <p:spPr>
          <a:xfrm>
            <a:off x="921426" y="3813393"/>
            <a:ext cx="173828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5" name="Google Shape;395;p42"/>
          <p:cNvSpPr txBox="1"/>
          <p:nvPr>
            <p:ph idx="3" type="body"/>
          </p:nvPr>
        </p:nvSpPr>
        <p:spPr>
          <a:xfrm>
            <a:off x="1115386" y="4098086"/>
            <a:ext cx="1384133" cy="495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6" name="Google Shape;396;p42"/>
          <p:cNvSpPr/>
          <p:nvPr>
            <p:ph idx="4" type="pic"/>
          </p:nvPr>
        </p:nvSpPr>
        <p:spPr>
          <a:xfrm>
            <a:off x="2877685" y="2164556"/>
            <a:ext cx="1384133" cy="13841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97" name="Google Shape;397;p42"/>
          <p:cNvSpPr txBox="1"/>
          <p:nvPr>
            <p:ph idx="5" type="body"/>
          </p:nvPr>
        </p:nvSpPr>
        <p:spPr>
          <a:xfrm>
            <a:off x="2683725" y="3813393"/>
            <a:ext cx="1748112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8" name="Google Shape;398;p42"/>
          <p:cNvSpPr txBox="1"/>
          <p:nvPr>
            <p:ph idx="6" type="body"/>
          </p:nvPr>
        </p:nvSpPr>
        <p:spPr>
          <a:xfrm>
            <a:off x="2877685" y="4109097"/>
            <a:ext cx="1391962" cy="495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9" name="Google Shape;399;p42"/>
          <p:cNvSpPr/>
          <p:nvPr>
            <p:ph idx="7" type="pic"/>
          </p:nvPr>
        </p:nvSpPr>
        <p:spPr>
          <a:xfrm>
            <a:off x="4745684" y="2164556"/>
            <a:ext cx="1384133" cy="13841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0" name="Google Shape;400;p42"/>
          <p:cNvSpPr txBox="1"/>
          <p:nvPr>
            <p:ph idx="8" type="body"/>
          </p:nvPr>
        </p:nvSpPr>
        <p:spPr>
          <a:xfrm>
            <a:off x="4551723" y="3813393"/>
            <a:ext cx="1738280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1" name="Google Shape;401;p42"/>
          <p:cNvSpPr txBox="1"/>
          <p:nvPr>
            <p:ph idx="9" type="body"/>
          </p:nvPr>
        </p:nvSpPr>
        <p:spPr>
          <a:xfrm>
            <a:off x="4745683" y="4109097"/>
            <a:ext cx="1384133" cy="495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2" name="Google Shape;402;p42"/>
          <p:cNvSpPr/>
          <p:nvPr>
            <p:ph idx="13" type="pic"/>
          </p:nvPr>
        </p:nvSpPr>
        <p:spPr>
          <a:xfrm>
            <a:off x="6560594" y="2164556"/>
            <a:ext cx="1384133" cy="13841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3" name="Google Shape;403;p42"/>
          <p:cNvSpPr txBox="1"/>
          <p:nvPr>
            <p:ph idx="14" type="body"/>
          </p:nvPr>
        </p:nvSpPr>
        <p:spPr>
          <a:xfrm>
            <a:off x="6366634" y="3813393"/>
            <a:ext cx="1738279" cy="257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4" name="Google Shape;404;p42"/>
          <p:cNvSpPr txBox="1"/>
          <p:nvPr>
            <p:ph idx="15" type="body"/>
          </p:nvPr>
        </p:nvSpPr>
        <p:spPr>
          <a:xfrm>
            <a:off x="6560594" y="4098086"/>
            <a:ext cx="1384132" cy="495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5" name="Google Shape;405;p4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6" name="Google Shape;406;p4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7" name="Google Shape;407;p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 Art">
  <p:cSld name="Smart Art">
    <p:bg>
      <p:bgPr>
        <a:solidFill>
          <a:schemeClr val="lt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43"/>
          <p:cNvGrpSpPr/>
          <p:nvPr/>
        </p:nvGrpSpPr>
        <p:grpSpPr>
          <a:xfrm>
            <a:off x="0" y="0"/>
            <a:ext cx="1943100" cy="770930"/>
            <a:chOff x="0" y="0"/>
            <a:chExt cx="2590800" cy="1027906"/>
          </a:xfrm>
        </p:grpSpPr>
        <p:cxnSp>
          <p:nvCxnSpPr>
            <p:cNvPr id="410" name="Google Shape;410;p43"/>
            <p:cNvCxnSpPr/>
            <p:nvPr/>
          </p:nvCxnSpPr>
          <p:spPr>
            <a:xfrm flipH="1" rot="10800000">
              <a:off x="0" y="0"/>
              <a:ext cx="2590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1" name="Google Shape;411;p43"/>
            <p:cNvCxnSpPr/>
            <p:nvPr/>
          </p:nvCxnSpPr>
          <p:spPr>
            <a:xfrm flipH="1">
              <a:off x="0" y="0"/>
              <a:ext cx="704850" cy="10279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12" name="Google Shape;412;p43"/>
          <p:cNvSpPr txBox="1"/>
          <p:nvPr>
            <p:ph type="title"/>
          </p:nvPr>
        </p:nvSpPr>
        <p:spPr>
          <a:xfrm>
            <a:off x="628650" y="10072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3" name="Google Shape;413;p43"/>
          <p:cNvSpPr/>
          <p:nvPr>
            <p:ph idx="2" type="dgm"/>
          </p:nvPr>
        </p:nvSpPr>
        <p:spPr>
          <a:xfrm>
            <a:off x="628650" y="1583531"/>
            <a:ext cx="7886700" cy="28086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4" name="Google Shape;414;p4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5" name="Google Shape;415;p4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6" name="Google Shape;416;p4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TxTwoObj">
  <p:cSld name="TWO_OBJECTS_WITH_TEXT">
    <p:bg>
      <p:bgPr>
        <a:solidFill>
          <a:schemeClr val="accent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4"/>
          <p:cNvPicPr preferRelativeResize="0"/>
          <p:nvPr/>
        </p:nvPicPr>
        <p:blipFill rotWithShape="1">
          <a:blip r:embed="rId2">
            <a:alphaModFix/>
          </a:blip>
          <a:srcRect b="22673" l="39434" r="0" t="20278"/>
          <a:stretch/>
        </p:blipFill>
        <p:spPr>
          <a:xfrm>
            <a:off x="19339" y="0"/>
            <a:ext cx="3276022" cy="293429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4"/>
          <p:cNvSpPr txBox="1"/>
          <p:nvPr>
            <p:ph type="title"/>
          </p:nvPr>
        </p:nvSpPr>
        <p:spPr>
          <a:xfrm>
            <a:off x="2200275" y="429568"/>
            <a:ext cx="6316266" cy="12337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0" name="Google Shape;420;p44"/>
          <p:cNvSpPr txBox="1"/>
          <p:nvPr>
            <p:ph idx="1" type="body"/>
          </p:nvPr>
        </p:nvSpPr>
        <p:spPr>
          <a:xfrm>
            <a:off x="2200275" y="2162908"/>
            <a:ext cx="2943225" cy="648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1" name="Google Shape;421;p44"/>
          <p:cNvSpPr txBox="1"/>
          <p:nvPr>
            <p:ph idx="2" type="body"/>
          </p:nvPr>
        </p:nvSpPr>
        <p:spPr>
          <a:xfrm>
            <a:off x="2200275" y="2875955"/>
            <a:ext cx="2943225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2" name="Google Shape;422;p44"/>
          <p:cNvSpPr txBox="1"/>
          <p:nvPr>
            <p:ph idx="3" type="body"/>
          </p:nvPr>
        </p:nvSpPr>
        <p:spPr>
          <a:xfrm>
            <a:off x="5557630" y="2162908"/>
            <a:ext cx="2957720" cy="648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3" name="Google Shape;423;p44"/>
          <p:cNvSpPr txBox="1"/>
          <p:nvPr>
            <p:ph idx="4" type="body"/>
          </p:nvPr>
        </p:nvSpPr>
        <p:spPr>
          <a:xfrm>
            <a:off x="5557630" y="2875955"/>
            <a:ext cx="2957720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4" name="Google Shape;424;p4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5" name="Google Shape;425;p4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6" name="Google Shape;426;p4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bg>
      <p:bgPr>
        <a:solidFill>
          <a:schemeClr val="lt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/>
          <p:nvPr>
            <p:ph type="title"/>
          </p:nvPr>
        </p:nvSpPr>
        <p:spPr>
          <a:xfrm>
            <a:off x="928688" y="391886"/>
            <a:ext cx="7282985" cy="103298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9" name="Google Shape;429;p45"/>
          <p:cNvSpPr txBox="1"/>
          <p:nvPr>
            <p:ph idx="1" type="body"/>
          </p:nvPr>
        </p:nvSpPr>
        <p:spPr>
          <a:xfrm>
            <a:off x="932328" y="2267545"/>
            <a:ext cx="2161856" cy="57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0" name="Google Shape;430;p45"/>
          <p:cNvSpPr txBox="1"/>
          <p:nvPr>
            <p:ph idx="2" type="body"/>
          </p:nvPr>
        </p:nvSpPr>
        <p:spPr>
          <a:xfrm>
            <a:off x="932328" y="2875955"/>
            <a:ext cx="2161856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45"/>
          <p:cNvSpPr txBox="1"/>
          <p:nvPr>
            <p:ph idx="3" type="body"/>
          </p:nvPr>
        </p:nvSpPr>
        <p:spPr>
          <a:xfrm>
            <a:off x="3485749" y="2267545"/>
            <a:ext cx="2172503" cy="57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2" name="Google Shape;432;p45"/>
          <p:cNvSpPr txBox="1"/>
          <p:nvPr>
            <p:ph idx="4" type="body"/>
          </p:nvPr>
        </p:nvSpPr>
        <p:spPr>
          <a:xfrm>
            <a:off x="3485749" y="2875955"/>
            <a:ext cx="2172503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3" name="Google Shape;433;p45"/>
          <p:cNvSpPr txBox="1"/>
          <p:nvPr>
            <p:ph idx="5" type="body"/>
          </p:nvPr>
        </p:nvSpPr>
        <p:spPr>
          <a:xfrm>
            <a:off x="6049816" y="2267545"/>
            <a:ext cx="2161856" cy="57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4" name="Google Shape;434;p45"/>
          <p:cNvSpPr txBox="1"/>
          <p:nvPr>
            <p:ph idx="6" type="body"/>
          </p:nvPr>
        </p:nvSpPr>
        <p:spPr>
          <a:xfrm>
            <a:off x="6049816" y="2875955"/>
            <a:ext cx="2161856" cy="14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5" name="Google Shape;435;p4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6" name="Google Shape;436;p4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7" name="Google Shape;437;p4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38" name="Google Shape;438;p45"/>
          <p:cNvGrpSpPr/>
          <p:nvPr/>
        </p:nvGrpSpPr>
        <p:grpSpPr>
          <a:xfrm>
            <a:off x="0" y="0"/>
            <a:ext cx="1678782" cy="2328863"/>
            <a:chOff x="0" y="0"/>
            <a:chExt cx="2238376" cy="3105150"/>
          </a:xfrm>
        </p:grpSpPr>
        <p:cxnSp>
          <p:nvCxnSpPr>
            <p:cNvPr id="439" name="Google Shape;439;p45"/>
            <p:cNvCxnSpPr/>
            <p:nvPr/>
          </p:nvCxnSpPr>
          <p:spPr>
            <a:xfrm flipH="1">
              <a:off x="0" y="0"/>
              <a:ext cx="1238250" cy="3105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0" name="Google Shape;440;p45"/>
            <p:cNvCxnSpPr/>
            <p:nvPr/>
          </p:nvCxnSpPr>
          <p:spPr>
            <a:xfrm flipH="1">
              <a:off x="0" y="0"/>
              <a:ext cx="2238376" cy="247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6"/>
          <p:cNvSpPr txBox="1"/>
          <p:nvPr>
            <p:ph type="title"/>
          </p:nvPr>
        </p:nvSpPr>
        <p:spPr>
          <a:xfrm>
            <a:off x="4107656" y="715945"/>
            <a:ext cx="3833813" cy="144146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3" name="Google Shape;443;p46"/>
          <p:cNvSpPr txBox="1"/>
          <p:nvPr>
            <p:ph idx="1" type="body"/>
          </p:nvPr>
        </p:nvSpPr>
        <p:spPr>
          <a:xfrm>
            <a:off x="4107656" y="2745580"/>
            <a:ext cx="3833813" cy="14414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444" name="Google Shape;444;p46"/>
          <p:cNvGrpSpPr/>
          <p:nvPr/>
        </p:nvGrpSpPr>
        <p:grpSpPr>
          <a:xfrm>
            <a:off x="0" y="0"/>
            <a:ext cx="3571876" cy="3889772"/>
            <a:chOff x="0" y="0"/>
            <a:chExt cx="4762501" cy="5186363"/>
          </a:xfrm>
        </p:grpSpPr>
        <p:cxnSp>
          <p:nvCxnSpPr>
            <p:cNvPr id="445" name="Google Shape;445;p46"/>
            <p:cNvCxnSpPr/>
            <p:nvPr/>
          </p:nvCxnSpPr>
          <p:spPr>
            <a:xfrm rot="10800000">
              <a:off x="0" y="876300"/>
              <a:ext cx="4762500" cy="16287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" name="Google Shape;446;p46"/>
            <p:cNvCxnSpPr/>
            <p:nvPr/>
          </p:nvCxnSpPr>
          <p:spPr>
            <a:xfrm rot="10800000">
              <a:off x="2638425" y="0"/>
              <a:ext cx="2124076" cy="51863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47" name="Google Shape;447;p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8" name="Google Shape;448;p4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9" name="Google Shape;449;p4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25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dk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/>
          <p:nvPr>
            <p:ph type="ctrTitle"/>
          </p:nvPr>
        </p:nvSpPr>
        <p:spPr>
          <a:xfrm>
            <a:off x="3200400" y="263770"/>
            <a:ext cx="3134678" cy="184023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2" name="Google Shape;452;p47"/>
          <p:cNvSpPr txBox="1"/>
          <p:nvPr>
            <p:ph idx="1" type="subTitle"/>
          </p:nvPr>
        </p:nvSpPr>
        <p:spPr>
          <a:xfrm>
            <a:off x="3200400" y="2428577"/>
            <a:ext cx="3134678" cy="15807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453" name="Google Shape;45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38270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7"/>
          <p:cNvSpPr txBox="1"/>
          <p:nvPr>
            <p:ph idx="10" type="dt"/>
          </p:nvPr>
        </p:nvSpPr>
        <p:spPr>
          <a:xfrm>
            <a:off x="3200400" y="4767263"/>
            <a:ext cx="133077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5" name="Google Shape;455;p47"/>
          <p:cNvSpPr txBox="1"/>
          <p:nvPr>
            <p:ph idx="11" type="ftr"/>
          </p:nvPr>
        </p:nvSpPr>
        <p:spPr>
          <a:xfrm>
            <a:off x="4859791" y="4767263"/>
            <a:ext cx="199616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6" name="Google Shape;456;p47"/>
          <p:cNvSpPr txBox="1"/>
          <p:nvPr>
            <p:ph idx="12" type="sldNum"/>
          </p:nvPr>
        </p:nvSpPr>
        <p:spPr>
          <a:xfrm>
            <a:off x="7184571" y="4767263"/>
            <a:ext cx="133077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bg>
      <p:bgPr>
        <a:solidFill>
          <a:schemeClr val="accent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8"/>
          <p:cNvSpPr txBox="1"/>
          <p:nvPr>
            <p:ph type="title"/>
          </p:nvPr>
        </p:nvSpPr>
        <p:spPr>
          <a:xfrm>
            <a:off x="628650" y="10072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9" name="Google Shape;459;p48"/>
          <p:cNvSpPr/>
          <p:nvPr>
            <p:ph idx="2" type="chart"/>
          </p:nvPr>
        </p:nvSpPr>
        <p:spPr>
          <a:xfrm>
            <a:off x="628650" y="1583706"/>
            <a:ext cx="7886700" cy="28086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0" name="Google Shape;460;p4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1" name="Google Shape;461;p4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2" name="Google Shape;462;p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8 People">
  <p:cSld name="Team Slide 8 People">
    <p:bg>
      <p:bgPr>
        <a:solidFill>
          <a:schemeClr val="dk1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49"/>
          <p:cNvGrpSpPr/>
          <p:nvPr/>
        </p:nvGrpSpPr>
        <p:grpSpPr>
          <a:xfrm>
            <a:off x="0" y="355465"/>
            <a:ext cx="9144000" cy="4216002"/>
            <a:chOff x="0" y="473953"/>
            <a:chExt cx="12192000" cy="5621336"/>
          </a:xfrm>
        </p:grpSpPr>
        <p:pic>
          <p:nvPicPr>
            <p:cNvPr id="465" name="Google Shape;465;p4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473953"/>
              <a:ext cx="2057400" cy="1647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7" name="Google Shape;467;p49"/>
          <p:cNvSpPr txBox="1"/>
          <p:nvPr>
            <p:ph type="title"/>
          </p:nvPr>
        </p:nvSpPr>
        <p:spPr>
          <a:xfrm>
            <a:off x="1125126" y="669133"/>
            <a:ext cx="6816329" cy="8519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8" name="Google Shape;468;p49"/>
          <p:cNvSpPr/>
          <p:nvPr>
            <p:ph idx="2" type="pic"/>
          </p:nvPr>
        </p:nvSpPr>
        <p:spPr>
          <a:xfrm>
            <a:off x="1407882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69" name="Google Shape;469;p49"/>
          <p:cNvSpPr txBox="1"/>
          <p:nvPr>
            <p:ph idx="1" type="body"/>
          </p:nvPr>
        </p:nvSpPr>
        <p:spPr>
          <a:xfrm>
            <a:off x="1125126" y="2677864"/>
            <a:ext cx="1371600" cy="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0" name="Google Shape;470;p49"/>
          <p:cNvSpPr txBox="1"/>
          <p:nvPr>
            <p:ph idx="3" type="body"/>
          </p:nvPr>
        </p:nvSpPr>
        <p:spPr>
          <a:xfrm>
            <a:off x="1125126" y="2834702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1" name="Google Shape;471;p49"/>
          <p:cNvSpPr/>
          <p:nvPr>
            <p:ph idx="4" type="pic"/>
          </p:nvPr>
        </p:nvSpPr>
        <p:spPr>
          <a:xfrm>
            <a:off x="3169703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2" name="Google Shape;472;p49"/>
          <p:cNvSpPr txBox="1"/>
          <p:nvPr>
            <p:ph idx="5" type="body"/>
          </p:nvPr>
        </p:nvSpPr>
        <p:spPr>
          <a:xfrm>
            <a:off x="2886947" y="2677864"/>
            <a:ext cx="1371600" cy="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3" name="Google Shape;473;p49"/>
          <p:cNvSpPr txBox="1"/>
          <p:nvPr>
            <p:ph idx="6" type="body"/>
          </p:nvPr>
        </p:nvSpPr>
        <p:spPr>
          <a:xfrm>
            <a:off x="2886947" y="2834702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4" name="Google Shape;474;p49"/>
          <p:cNvSpPr/>
          <p:nvPr>
            <p:ph idx="7" type="pic"/>
          </p:nvPr>
        </p:nvSpPr>
        <p:spPr>
          <a:xfrm>
            <a:off x="4991688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5" name="Google Shape;475;p49"/>
          <p:cNvSpPr txBox="1"/>
          <p:nvPr>
            <p:ph idx="8" type="body"/>
          </p:nvPr>
        </p:nvSpPr>
        <p:spPr>
          <a:xfrm>
            <a:off x="4648766" y="2677864"/>
            <a:ext cx="1578851" cy="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6" name="Google Shape;476;p49"/>
          <p:cNvSpPr txBox="1"/>
          <p:nvPr>
            <p:ph idx="9" type="body"/>
          </p:nvPr>
        </p:nvSpPr>
        <p:spPr>
          <a:xfrm>
            <a:off x="4571999" y="2834702"/>
            <a:ext cx="1724891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7" name="Google Shape;477;p49"/>
          <p:cNvSpPr/>
          <p:nvPr>
            <p:ph idx="13" type="pic"/>
          </p:nvPr>
        </p:nvSpPr>
        <p:spPr>
          <a:xfrm>
            <a:off x="6852611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8" name="Google Shape;478;p49"/>
          <p:cNvSpPr txBox="1"/>
          <p:nvPr>
            <p:ph idx="14" type="body"/>
          </p:nvPr>
        </p:nvSpPr>
        <p:spPr>
          <a:xfrm>
            <a:off x="6569855" y="2677864"/>
            <a:ext cx="1371600" cy="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9" name="Google Shape;479;p49"/>
          <p:cNvSpPr txBox="1"/>
          <p:nvPr>
            <p:ph idx="15" type="body"/>
          </p:nvPr>
        </p:nvSpPr>
        <p:spPr>
          <a:xfrm>
            <a:off x="6558360" y="2834702"/>
            <a:ext cx="1383094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0" name="Google Shape;480;p49"/>
          <p:cNvSpPr/>
          <p:nvPr>
            <p:ph idx="16" type="pic"/>
          </p:nvPr>
        </p:nvSpPr>
        <p:spPr>
          <a:xfrm>
            <a:off x="1407882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1" name="Google Shape;481;p49"/>
          <p:cNvSpPr txBox="1"/>
          <p:nvPr>
            <p:ph idx="17" type="body"/>
          </p:nvPr>
        </p:nvSpPr>
        <p:spPr>
          <a:xfrm>
            <a:off x="1125126" y="4071991"/>
            <a:ext cx="1371600" cy="152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2" name="Google Shape;482;p49"/>
          <p:cNvSpPr txBox="1"/>
          <p:nvPr>
            <p:ph idx="18" type="body"/>
          </p:nvPr>
        </p:nvSpPr>
        <p:spPr>
          <a:xfrm>
            <a:off x="1125126" y="4228829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3" name="Google Shape;483;p49"/>
          <p:cNvSpPr/>
          <p:nvPr>
            <p:ph idx="19" type="pic"/>
          </p:nvPr>
        </p:nvSpPr>
        <p:spPr>
          <a:xfrm>
            <a:off x="3169703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4" name="Google Shape;484;p49"/>
          <p:cNvSpPr txBox="1"/>
          <p:nvPr>
            <p:ph idx="20" type="body"/>
          </p:nvPr>
        </p:nvSpPr>
        <p:spPr>
          <a:xfrm>
            <a:off x="2886947" y="4071991"/>
            <a:ext cx="1371600" cy="152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5" name="Google Shape;485;p49"/>
          <p:cNvSpPr txBox="1"/>
          <p:nvPr>
            <p:ph idx="21" type="body"/>
          </p:nvPr>
        </p:nvSpPr>
        <p:spPr>
          <a:xfrm>
            <a:off x="2886947" y="4228829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6" name="Google Shape;486;p49"/>
          <p:cNvSpPr/>
          <p:nvPr>
            <p:ph idx="22" type="pic"/>
          </p:nvPr>
        </p:nvSpPr>
        <p:spPr>
          <a:xfrm>
            <a:off x="4991688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7" name="Google Shape;487;p49"/>
          <p:cNvSpPr txBox="1"/>
          <p:nvPr>
            <p:ph idx="23" type="body"/>
          </p:nvPr>
        </p:nvSpPr>
        <p:spPr>
          <a:xfrm>
            <a:off x="4754945" y="4071991"/>
            <a:ext cx="1371600" cy="152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8" name="Google Shape;488;p49"/>
          <p:cNvSpPr txBox="1"/>
          <p:nvPr>
            <p:ph idx="24" type="body"/>
          </p:nvPr>
        </p:nvSpPr>
        <p:spPr>
          <a:xfrm>
            <a:off x="4754945" y="4228829"/>
            <a:ext cx="1360106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9" name="Google Shape;489;p49"/>
          <p:cNvSpPr/>
          <p:nvPr>
            <p:ph idx="25" type="pic"/>
          </p:nvPr>
        </p:nvSpPr>
        <p:spPr>
          <a:xfrm>
            <a:off x="6852611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0" name="Google Shape;490;p49"/>
          <p:cNvSpPr txBox="1"/>
          <p:nvPr>
            <p:ph idx="26" type="body"/>
          </p:nvPr>
        </p:nvSpPr>
        <p:spPr>
          <a:xfrm>
            <a:off x="6569855" y="4071991"/>
            <a:ext cx="1371600" cy="152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1" name="Google Shape;491;p49"/>
          <p:cNvSpPr txBox="1"/>
          <p:nvPr>
            <p:ph idx="27" type="body"/>
          </p:nvPr>
        </p:nvSpPr>
        <p:spPr>
          <a:xfrm>
            <a:off x="6558360" y="4228829"/>
            <a:ext cx="1383094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2" name="Google Shape;492;p4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3" name="Google Shape;493;p4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4" name="Google Shape;494;p4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0"/>
          <p:cNvSpPr/>
          <p:nvPr/>
        </p:nvSpPr>
        <p:spPr>
          <a:xfrm>
            <a:off x="1585413" y="0"/>
            <a:ext cx="7558587" cy="5143500"/>
          </a:xfrm>
          <a:custGeom>
            <a:rect b="b" l="l" r="r" t="t"/>
            <a:pathLst>
              <a:path extrusionOk="0" h="6858000" w="10078116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50"/>
          <p:cNvSpPr txBox="1"/>
          <p:nvPr>
            <p:ph type="title"/>
          </p:nvPr>
        </p:nvSpPr>
        <p:spPr>
          <a:xfrm>
            <a:off x="628650" y="3954400"/>
            <a:ext cx="3222381" cy="71497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8" name="Google Shape;498;p50"/>
          <p:cNvSpPr txBox="1"/>
          <p:nvPr>
            <p:ph idx="1" type="body"/>
          </p:nvPr>
        </p:nvSpPr>
        <p:spPr>
          <a:xfrm>
            <a:off x="230063" y="1130829"/>
            <a:ext cx="160632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9" name="Google Shape;499;p50"/>
          <p:cNvSpPr txBox="1"/>
          <p:nvPr>
            <p:ph idx="2" type="body"/>
          </p:nvPr>
        </p:nvSpPr>
        <p:spPr>
          <a:xfrm>
            <a:off x="654606" y="1938073"/>
            <a:ext cx="160632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0" name="Google Shape;500;p50"/>
          <p:cNvSpPr txBox="1"/>
          <p:nvPr>
            <p:ph idx="3" type="body"/>
          </p:nvPr>
        </p:nvSpPr>
        <p:spPr>
          <a:xfrm>
            <a:off x="1109425" y="2745317"/>
            <a:ext cx="160632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1" name="Google Shape;501;p50"/>
          <p:cNvSpPr txBox="1"/>
          <p:nvPr>
            <p:ph idx="4" type="body"/>
          </p:nvPr>
        </p:nvSpPr>
        <p:spPr>
          <a:xfrm>
            <a:off x="1547575" y="3552561"/>
            <a:ext cx="160632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2" name="Google Shape;502;p50"/>
          <p:cNvSpPr txBox="1"/>
          <p:nvPr>
            <p:ph idx="5" type="body"/>
          </p:nvPr>
        </p:nvSpPr>
        <p:spPr>
          <a:xfrm>
            <a:off x="3301152" y="1210146"/>
            <a:ext cx="3827010" cy="7581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3" name="Google Shape;503;p50"/>
          <p:cNvSpPr txBox="1"/>
          <p:nvPr>
            <p:ph idx="6" type="body"/>
          </p:nvPr>
        </p:nvSpPr>
        <p:spPr>
          <a:xfrm>
            <a:off x="3739522" y="2011923"/>
            <a:ext cx="3827010" cy="75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4" name="Google Shape;504;p50"/>
          <p:cNvSpPr txBox="1"/>
          <p:nvPr>
            <p:ph idx="7" type="body"/>
          </p:nvPr>
        </p:nvSpPr>
        <p:spPr>
          <a:xfrm>
            <a:off x="4182703" y="2816546"/>
            <a:ext cx="3827010" cy="7581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5" name="Google Shape;505;p50"/>
          <p:cNvSpPr txBox="1"/>
          <p:nvPr>
            <p:ph idx="8" type="body"/>
          </p:nvPr>
        </p:nvSpPr>
        <p:spPr>
          <a:xfrm>
            <a:off x="4631460" y="3618323"/>
            <a:ext cx="3827010" cy="7581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6" name="Google Shape;506;p5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7" name="Google Shape;507;p50"/>
          <p:cNvSpPr txBox="1"/>
          <p:nvPr>
            <p:ph idx="11" type="ftr"/>
          </p:nvPr>
        </p:nvSpPr>
        <p:spPr>
          <a:xfrm>
            <a:off x="5061857" y="4767263"/>
            <a:ext cx="28319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8" name="Google Shape;508;p50"/>
          <p:cNvSpPr txBox="1"/>
          <p:nvPr>
            <p:ph idx="12" type="sldNum"/>
          </p:nvPr>
        </p:nvSpPr>
        <p:spPr>
          <a:xfrm>
            <a:off x="8108156" y="4767263"/>
            <a:ext cx="40719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09" name="Google Shape;509;p50"/>
          <p:cNvCxnSpPr/>
          <p:nvPr/>
        </p:nvCxnSpPr>
        <p:spPr>
          <a:xfrm>
            <a:off x="3265136" y="3767950"/>
            <a:ext cx="1134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0" name="Google Shape;510;p50"/>
          <p:cNvCxnSpPr/>
          <p:nvPr/>
        </p:nvCxnSpPr>
        <p:spPr>
          <a:xfrm>
            <a:off x="2819938" y="2961338"/>
            <a:ext cx="1134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1" name="Google Shape;511;p50"/>
          <p:cNvCxnSpPr/>
          <p:nvPr/>
        </p:nvCxnSpPr>
        <p:spPr>
          <a:xfrm>
            <a:off x="2380090" y="2154515"/>
            <a:ext cx="1134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2" name="Google Shape;512;p50"/>
          <p:cNvCxnSpPr/>
          <p:nvPr/>
        </p:nvCxnSpPr>
        <p:spPr>
          <a:xfrm>
            <a:off x="1939697" y="1347062"/>
            <a:ext cx="113490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8 People">
  <p:cSld name="Team Slide 8 People">
    <p:bg>
      <p:bgPr>
        <a:solidFill>
          <a:schemeClr val="dk1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52"/>
          <p:cNvGrpSpPr/>
          <p:nvPr/>
        </p:nvGrpSpPr>
        <p:grpSpPr>
          <a:xfrm>
            <a:off x="0" y="355465"/>
            <a:ext cx="9144000" cy="4216002"/>
            <a:chOff x="0" y="473953"/>
            <a:chExt cx="12192000" cy="5621336"/>
          </a:xfrm>
        </p:grpSpPr>
        <p:pic>
          <p:nvPicPr>
            <p:cNvPr id="521" name="Google Shape;521;p5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473953"/>
              <a:ext cx="2057400" cy="1647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3" name="Google Shape;523;p52"/>
          <p:cNvSpPr txBox="1"/>
          <p:nvPr>
            <p:ph type="title"/>
          </p:nvPr>
        </p:nvSpPr>
        <p:spPr>
          <a:xfrm>
            <a:off x="1125126" y="669133"/>
            <a:ext cx="6816329" cy="8519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4" name="Google Shape;524;p52"/>
          <p:cNvSpPr/>
          <p:nvPr>
            <p:ph idx="2" type="pic"/>
          </p:nvPr>
        </p:nvSpPr>
        <p:spPr>
          <a:xfrm>
            <a:off x="1407882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52"/>
          <p:cNvSpPr txBox="1"/>
          <p:nvPr>
            <p:ph idx="1" type="body"/>
          </p:nvPr>
        </p:nvSpPr>
        <p:spPr>
          <a:xfrm>
            <a:off x="1125126" y="2677864"/>
            <a:ext cx="1371600" cy="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6" name="Google Shape;526;p52"/>
          <p:cNvSpPr txBox="1"/>
          <p:nvPr>
            <p:ph idx="3" type="body"/>
          </p:nvPr>
        </p:nvSpPr>
        <p:spPr>
          <a:xfrm>
            <a:off x="1125126" y="2834702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7" name="Google Shape;527;p52"/>
          <p:cNvSpPr/>
          <p:nvPr>
            <p:ph idx="4" type="pic"/>
          </p:nvPr>
        </p:nvSpPr>
        <p:spPr>
          <a:xfrm>
            <a:off x="3169703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8" name="Google Shape;528;p52"/>
          <p:cNvSpPr txBox="1"/>
          <p:nvPr>
            <p:ph idx="5" type="body"/>
          </p:nvPr>
        </p:nvSpPr>
        <p:spPr>
          <a:xfrm>
            <a:off x="2886947" y="2677864"/>
            <a:ext cx="1371600" cy="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9" name="Google Shape;529;p52"/>
          <p:cNvSpPr txBox="1"/>
          <p:nvPr>
            <p:ph idx="6" type="body"/>
          </p:nvPr>
        </p:nvSpPr>
        <p:spPr>
          <a:xfrm>
            <a:off x="2886947" y="2834702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0" name="Google Shape;530;p52"/>
          <p:cNvSpPr/>
          <p:nvPr>
            <p:ph idx="7" type="pic"/>
          </p:nvPr>
        </p:nvSpPr>
        <p:spPr>
          <a:xfrm>
            <a:off x="4991688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1" name="Google Shape;531;p52"/>
          <p:cNvSpPr txBox="1"/>
          <p:nvPr>
            <p:ph idx="8" type="body"/>
          </p:nvPr>
        </p:nvSpPr>
        <p:spPr>
          <a:xfrm>
            <a:off x="4648766" y="2677864"/>
            <a:ext cx="1578851" cy="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2" name="Google Shape;532;p52"/>
          <p:cNvSpPr txBox="1"/>
          <p:nvPr>
            <p:ph idx="9" type="body"/>
          </p:nvPr>
        </p:nvSpPr>
        <p:spPr>
          <a:xfrm>
            <a:off x="4571999" y="2834702"/>
            <a:ext cx="1724891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3" name="Google Shape;533;p52"/>
          <p:cNvSpPr/>
          <p:nvPr>
            <p:ph idx="13" type="pic"/>
          </p:nvPr>
        </p:nvSpPr>
        <p:spPr>
          <a:xfrm>
            <a:off x="6852611" y="1821656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52"/>
          <p:cNvSpPr txBox="1"/>
          <p:nvPr>
            <p:ph idx="14" type="body"/>
          </p:nvPr>
        </p:nvSpPr>
        <p:spPr>
          <a:xfrm>
            <a:off x="6569855" y="2677864"/>
            <a:ext cx="1371600" cy="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5" name="Google Shape;535;p52"/>
          <p:cNvSpPr txBox="1"/>
          <p:nvPr>
            <p:ph idx="15" type="body"/>
          </p:nvPr>
        </p:nvSpPr>
        <p:spPr>
          <a:xfrm>
            <a:off x="6558360" y="2834702"/>
            <a:ext cx="1383094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6" name="Google Shape;536;p52"/>
          <p:cNvSpPr/>
          <p:nvPr>
            <p:ph idx="16" type="pic"/>
          </p:nvPr>
        </p:nvSpPr>
        <p:spPr>
          <a:xfrm>
            <a:off x="1407882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7" name="Google Shape;537;p52"/>
          <p:cNvSpPr txBox="1"/>
          <p:nvPr>
            <p:ph idx="17" type="body"/>
          </p:nvPr>
        </p:nvSpPr>
        <p:spPr>
          <a:xfrm>
            <a:off x="1125126" y="4071991"/>
            <a:ext cx="1371600" cy="152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8" name="Google Shape;538;p52"/>
          <p:cNvSpPr txBox="1"/>
          <p:nvPr>
            <p:ph idx="18" type="body"/>
          </p:nvPr>
        </p:nvSpPr>
        <p:spPr>
          <a:xfrm>
            <a:off x="1125126" y="4228829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9" name="Google Shape;539;p52"/>
          <p:cNvSpPr/>
          <p:nvPr>
            <p:ph idx="19" type="pic"/>
          </p:nvPr>
        </p:nvSpPr>
        <p:spPr>
          <a:xfrm>
            <a:off x="3169703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40" name="Google Shape;540;p52"/>
          <p:cNvSpPr txBox="1"/>
          <p:nvPr>
            <p:ph idx="20" type="body"/>
          </p:nvPr>
        </p:nvSpPr>
        <p:spPr>
          <a:xfrm>
            <a:off x="2886947" y="4071991"/>
            <a:ext cx="1371600" cy="152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1" name="Google Shape;541;p52"/>
          <p:cNvSpPr txBox="1"/>
          <p:nvPr>
            <p:ph idx="21" type="body"/>
          </p:nvPr>
        </p:nvSpPr>
        <p:spPr>
          <a:xfrm>
            <a:off x="2886947" y="4228829"/>
            <a:ext cx="1371600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2" name="Google Shape;542;p52"/>
          <p:cNvSpPr/>
          <p:nvPr>
            <p:ph idx="22" type="pic"/>
          </p:nvPr>
        </p:nvSpPr>
        <p:spPr>
          <a:xfrm>
            <a:off x="4991688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43" name="Google Shape;543;p52"/>
          <p:cNvSpPr txBox="1"/>
          <p:nvPr>
            <p:ph idx="23" type="body"/>
          </p:nvPr>
        </p:nvSpPr>
        <p:spPr>
          <a:xfrm>
            <a:off x="4754945" y="4071991"/>
            <a:ext cx="1371600" cy="152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4" name="Google Shape;544;p52"/>
          <p:cNvSpPr txBox="1"/>
          <p:nvPr>
            <p:ph idx="24" type="body"/>
          </p:nvPr>
        </p:nvSpPr>
        <p:spPr>
          <a:xfrm>
            <a:off x="4754945" y="4228829"/>
            <a:ext cx="1360106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5" name="Google Shape;545;p52"/>
          <p:cNvSpPr/>
          <p:nvPr>
            <p:ph idx="25" type="pic"/>
          </p:nvPr>
        </p:nvSpPr>
        <p:spPr>
          <a:xfrm>
            <a:off x="6852611" y="3215783"/>
            <a:ext cx="8001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46" name="Google Shape;546;p52"/>
          <p:cNvSpPr txBox="1"/>
          <p:nvPr>
            <p:ph idx="26" type="body"/>
          </p:nvPr>
        </p:nvSpPr>
        <p:spPr>
          <a:xfrm>
            <a:off x="6569855" y="4071991"/>
            <a:ext cx="1371600" cy="152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7" name="Google Shape;547;p52"/>
          <p:cNvSpPr txBox="1"/>
          <p:nvPr>
            <p:ph idx="27" type="body"/>
          </p:nvPr>
        </p:nvSpPr>
        <p:spPr>
          <a:xfrm>
            <a:off x="6558360" y="4228829"/>
            <a:ext cx="1383094" cy="2572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8" name="Google Shape;548;p5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9" name="Google Shape;549;p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7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0" name="Google Shape;550;p5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7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theme" Target="../theme/theme5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6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"/>
          <p:cNvSpPr txBox="1"/>
          <p:nvPr>
            <p:ph type="title"/>
          </p:nvPr>
        </p:nvSpPr>
        <p:spPr>
          <a:xfrm>
            <a:off x="628650" y="10072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47" name="Google Shape;347;p3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8" name="Google Shape;348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9" name="Google Shape;349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0" name="Google Shape;350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1"/>
          <p:cNvSpPr txBox="1"/>
          <p:nvPr>
            <p:ph type="title"/>
          </p:nvPr>
        </p:nvSpPr>
        <p:spPr>
          <a:xfrm>
            <a:off x="628650" y="10072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15" name="Google Shape;515;p5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6" name="Google Shape;516;p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7" name="Google Shape;517;p5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8" name="Google Shape;518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hyperlink" Target="mailto:sad0p@protonmail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jp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3"/>
          <p:cNvSpPr txBox="1"/>
          <p:nvPr>
            <p:ph type="ctrTitle"/>
          </p:nvPr>
        </p:nvSpPr>
        <p:spPr>
          <a:xfrm>
            <a:off x="1661225" y="3637250"/>
            <a:ext cx="6857100" cy="5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 sz="2500"/>
              <a:t>ELF Binaries: One Algorithm to Infect Them All</a:t>
            </a:r>
            <a:endParaRPr sz="2500"/>
          </a:p>
        </p:txBody>
      </p:sp>
      <p:sp>
        <p:nvSpPr>
          <p:cNvPr id="556" name="Google Shape;556;p53"/>
          <p:cNvSpPr txBox="1"/>
          <p:nvPr>
            <p:ph idx="1" type="subTitle"/>
          </p:nvPr>
        </p:nvSpPr>
        <p:spPr>
          <a:xfrm>
            <a:off x="4812031" y="4190168"/>
            <a:ext cx="3706328" cy="2974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4"/>
          <p:cNvSpPr txBox="1"/>
          <p:nvPr>
            <p:ph type="title"/>
          </p:nvPr>
        </p:nvSpPr>
        <p:spPr>
          <a:xfrm>
            <a:off x="1021556" y="459712"/>
            <a:ext cx="3833813" cy="169770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GB"/>
              <a:t>ABOUT ME</a:t>
            </a:r>
            <a:endParaRPr/>
          </a:p>
        </p:txBody>
      </p:sp>
      <p:sp>
        <p:nvSpPr>
          <p:cNvPr id="562" name="Google Shape;562;p54"/>
          <p:cNvSpPr txBox="1"/>
          <p:nvPr>
            <p:ph idx="1" type="body"/>
          </p:nvPr>
        </p:nvSpPr>
        <p:spPr>
          <a:xfrm>
            <a:off x="1021556" y="2498577"/>
            <a:ext cx="3833813" cy="2207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225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r>
              <a:rPr lang="en-GB"/>
              <a:t>Pentest and Offensive Security R&amp;D</a:t>
            </a:r>
            <a:endParaRPr/>
          </a:p>
          <a:p>
            <a:pPr indent="-222250" lvl="0" marL="215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r>
              <a:rPr lang="en-GB"/>
              <a:t>Contributor to VX-Underground Black Mass Volume 2 and tmp.0ut Volume 2 hacker journals.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3" name="Google Shape;563;p54"/>
          <p:cNvSpPr txBox="1"/>
          <p:nvPr>
            <p:ph idx="11" type="ftr"/>
          </p:nvPr>
        </p:nvSpPr>
        <p:spPr>
          <a:xfrm>
            <a:off x="1059806" y="4767263"/>
            <a:ext cx="339795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cover of a video game&#10;&#10;Description automatically generated" id="565" name="Google Shape;56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5024" y="3539750"/>
            <a:ext cx="795528" cy="958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sign with white text&#10;&#10;Description automatically generated" id="566" name="Google Shape;56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6139" y="3540393"/>
            <a:ext cx="791503" cy="9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54"/>
          <p:cNvSpPr txBox="1"/>
          <p:nvPr/>
        </p:nvSpPr>
        <p:spPr>
          <a:xfrm>
            <a:off x="6567938" y="2853713"/>
            <a:ext cx="2114775" cy="14780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Twitter:@sad0pr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Email: </a:t>
            </a:r>
            <a:r>
              <a:rPr lang="en-GB" sz="1100" u="sng">
                <a:solidFill>
                  <a:schemeClr val="hlink"/>
                </a:solidFill>
                <a:hlinkClick r:id="rId5"/>
              </a:rPr>
              <a:t>sad0p@protonmail.com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Github: github.com/sad0p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Discord:malcomvx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5"/>
          <p:cNvSpPr txBox="1"/>
          <p:nvPr>
            <p:ph type="title"/>
          </p:nvPr>
        </p:nvSpPr>
        <p:spPr>
          <a:xfrm>
            <a:off x="1000125" y="218552"/>
            <a:ext cx="2171700" cy="154095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573" name="Google Shape;573;p55"/>
          <p:cNvSpPr txBox="1"/>
          <p:nvPr>
            <p:ph idx="1" type="body"/>
          </p:nvPr>
        </p:nvSpPr>
        <p:spPr>
          <a:xfrm>
            <a:off x="506117" y="1868636"/>
            <a:ext cx="4186479" cy="18895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▪"/>
            </a:pPr>
            <a:r>
              <a:rPr lang="en-GB"/>
              <a:t>Background information on ELF infection and ELF format.</a:t>
            </a:r>
            <a:endParaRPr/>
          </a:p>
          <a:p>
            <a:pPr indent="-222250" lvl="0" marL="215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▪"/>
            </a:pPr>
            <a:r>
              <a:rPr lang="en-GB"/>
              <a:t>Infection algorithms.</a:t>
            </a:r>
            <a:endParaRPr/>
          </a:p>
          <a:p>
            <a:pPr indent="-222250" lvl="0" marL="215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▪"/>
            </a:pPr>
            <a:r>
              <a:rPr lang="en-GB"/>
              <a:t>Relative Relocation Poisoning.</a:t>
            </a:r>
            <a:endParaRPr/>
          </a:p>
          <a:p>
            <a:pPr indent="-222250" lvl="0" marL="215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▪"/>
            </a:pPr>
            <a:r>
              <a:rPr lang="en-GB"/>
              <a:t>Demos.</a:t>
            </a:r>
            <a:endParaRPr/>
          </a:p>
        </p:txBody>
      </p:sp>
      <p:sp>
        <p:nvSpPr>
          <p:cNvPr id="574" name="Google Shape;574;p55"/>
          <p:cNvSpPr txBox="1"/>
          <p:nvPr>
            <p:ph idx="11" type="ftr"/>
          </p:nvPr>
        </p:nvSpPr>
        <p:spPr>
          <a:xfrm>
            <a:off x="2002414" y="4767262"/>
            <a:ext cx="186213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PRESENTATION TITLE</a:t>
            </a:r>
            <a:endParaRPr/>
          </a:p>
        </p:txBody>
      </p:sp>
      <p:sp>
        <p:nvSpPr>
          <p:cNvPr id="575" name="Google Shape;575;p55"/>
          <p:cNvSpPr txBox="1"/>
          <p:nvPr>
            <p:ph idx="12" type="sldNum"/>
          </p:nvPr>
        </p:nvSpPr>
        <p:spPr>
          <a:xfrm>
            <a:off x="4152229" y="4767263"/>
            <a:ext cx="7406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6"/>
          <p:cNvSpPr txBox="1"/>
          <p:nvPr>
            <p:ph type="ctrTitle"/>
          </p:nvPr>
        </p:nvSpPr>
        <p:spPr>
          <a:xfrm>
            <a:off x="4608004" y="149569"/>
            <a:ext cx="3134678" cy="99306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GB"/>
              <a:t>WHAT ARE ELF BINARIES ?</a:t>
            </a:r>
            <a:endParaRPr/>
          </a:p>
        </p:txBody>
      </p:sp>
      <p:sp>
        <p:nvSpPr>
          <p:cNvPr id="581" name="Google Shape;581;p56"/>
          <p:cNvSpPr txBox="1"/>
          <p:nvPr>
            <p:ph idx="1" type="subTitle"/>
          </p:nvPr>
        </p:nvSpPr>
        <p:spPr>
          <a:xfrm>
            <a:off x="4534852" y="1156670"/>
            <a:ext cx="3843338" cy="2066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15900" lvl="0" marL="215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GB"/>
              <a:t>ELF stands for Executable and Linkable Format.</a:t>
            </a:r>
            <a:endParaRPr/>
          </a:p>
          <a:p>
            <a:pPr indent="-215900" lvl="0" marL="215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GB"/>
              <a:t>Used for holding code and data for executables, libraries/shared objects (.so) object files (.o), kernel modules (.ko) and even the Linux Kernel itself.</a:t>
            </a:r>
            <a:endParaRPr/>
          </a:p>
          <a:p>
            <a:pPr indent="-215900" lvl="0" marL="215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GB"/>
              <a:t>Often embedded in firmware images.</a:t>
            </a:r>
            <a:endParaRPr/>
          </a:p>
          <a:p>
            <a:pPr indent="-215900" lvl="0" marL="215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GB"/>
              <a:t>Supports wide variety of CPU architectures.</a:t>
            </a:r>
            <a:endParaRPr/>
          </a:p>
          <a:p>
            <a:pPr indent="-215900" lvl="0" marL="215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GB"/>
              <a:t>Mostly prevalent in UNIX environments.</a:t>
            </a:r>
            <a:endParaRPr/>
          </a:p>
          <a:p>
            <a:pPr indent="-139700" lvl="0" marL="215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7"/>
          <p:cNvSpPr txBox="1"/>
          <p:nvPr>
            <p:ph type="title"/>
          </p:nvPr>
        </p:nvSpPr>
        <p:spPr>
          <a:xfrm>
            <a:off x="628650" y="10072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GB"/>
              <a:t>WHAT IS ELF BINARY INFECTION ?</a:t>
            </a:r>
            <a:endParaRPr/>
          </a:p>
        </p:txBody>
      </p:sp>
      <p:sp>
        <p:nvSpPr>
          <p:cNvPr id="587" name="Google Shape;587;p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PRESENTATION TITLE</a:t>
            </a:r>
            <a:endParaRPr/>
          </a:p>
        </p:txBody>
      </p:sp>
      <p:sp>
        <p:nvSpPr>
          <p:cNvPr id="588" name="Google Shape;588;p5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9" name="Google Shape;589;p57"/>
          <p:cNvSpPr txBox="1"/>
          <p:nvPr/>
        </p:nvSpPr>
        <p:spPr>
          <a:xfrm>
            <a:off x="694944" y="1266444"/>
            <a:ext cx="7891200" cy="23550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Conceived by Silvio Cesar and published in his paper "UNIX ELF Parasites and </a:t>
            </a:r>
            <a:r>
              <a:rPr lang="en-GB" sz="1400">
                <a:solidFill>
                  <a:schemeClr val="dk1"/>
                </a:solidFill>
              </a:rPr>
              <a:t>V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irus" </a:t>
            </a:r>
            <a:r>
              <a:rPr lang="en-GB" sz="1400">
                <a:solidFill>
                  <a:schemeClr val="dk1"/>
                </a:solidFill>
              </a:rPr>
              <a:t>on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Oct, 1998.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is to patch the target binary and "reroute" execution to the inserted parasite (payload) while conforming to the ELF specification.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infection algorithms to confirm to the ELF specification.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abiding to the ELF specification leads to no-execution or improper execution / crash.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PRESENTATION TITLE</a:t>
            </a:r>
            <a:endParaRPr/>
          </a:p>
        </p:txBody>
      </p:sp>
      <p:sp>
        <p:nvSpPr>
          <p:cNvPr id="595" name="Google Shape;595;p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6" name="Google Shape;596;p58"/>
          <p:cNvSpPr txBox="1"/>
          <p:nvPr>
            <p:ph type="title"/>
          </p:nvPr>
        </p:nvSpPr>
        <p:spPr>
          <a:xfrm>
            <a:off x="921425" y="669133"/>
            <a:ext cx="7183487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en-GB"/>
              <a:t>BENEFITS OF ELF BINARY INFECTION FOR PERSISTENCE VERSUS TRADITIONAL PLAINTEXT CONFIGURATION MODIFICATION.</a:t>
            </a:r>
            <a:endParaRPr/>
          </a:p>
        </p:txBody>
      </p:sp>
      <p:pic>
        <p:nvPicPr>
          <p:cNvPr id="597" name="Google Shape;59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0804" y="1585913"/>
            <a:ext cx="5518404" cy="3283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>
            <p:ph type="title"/>
          </p:nvPr>
        </p:nvSpPr>
        <p:spPr>
          <a:xfrm>
            <a:off x="2200275" y="429574"/>
            <a:ext cx="6316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GB" sz="1100"/>
              <a:t>ELF BINARY FORMAT OVERVIEW (ELF HEADER)</a:t>
            </a:r>
            <a:endParaRPr sz="1100"/>
          </a:p>
        </p:txBody>
      </p:sp>
      <p:sp>
        <p:nvSpPr>
          <p:cNvPr id="603" name="Google Shape;603;p5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PRESENTATION TITLE</a:t>
            </a:r>
            <a:endParaRPr sz="1100"/>
          </a:p>
        </p:txBody>
      </p:sp>
      <p:sp>
        <p:nvSpPr>
          <p:cNvPr id="604" name="Google Shape;604;p5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  <p:pic>
        <p:nvPicPr>
          <p:cNvPr descr="A white rectangular object with red text&#10;&#10;Description automatically generated" id="605" name="Google Shape;60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0632" y="1682496"/>
            <a:ext cx="1496616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9"/>
          <p:cNvSpPr txBox="1"/>
          <p:nvPr/>
        </p:nvSpPr>
        <p:spPr>
          <a:xfrm>
            <a:off x="3991356" y="1700784"/>
            <a:ext cx="4828032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ELF Header – First 4 bytes contains ELF magic numbers. 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7" name="Google Shape;60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3964" y="1963348"/>
            <a:ext cx="3241548" cy="2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59"/>
          <p:cNvSpPr txBox="1"/>
          <p:nvPr/>
        </p:nvSpPr>
        <p:spPr>
          <a:xfrm>
            <a:off x="3991356" y="2331720"/>
            <a:ext cx="4526280" cy="25622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Stores the program's entry-point, tells the kernel where code execution in the binary should start (nice target for infection algorithms).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Contains file offsets for finding structures in the ELF binary, such as the Program Header Table and Section Header Table and how many entries are in those structures.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data specifying architecture requirements.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0"/>
          <p:cNvSpPr txBox="1"/>
          <p:nvPr>
            <p:ph type="title"/>
          </p:nvPr>
        </p:nvSpPr>
        <p:spPr>
          <a:xfrm>
            <a:off x="2200275" y="429574"/>
            <a:ext cx="63162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GB" sz="1100"/>
              <a:t>ELF BINARY FORMAT OVERVIEW CONTINUED (PROGRAM HEADER TABLE).</a:t>
            </a:r>
            <a:endParaRPr sz="1100"/>
          </a:p>
        </p:txBody>
      </p:sp>
      <p:sp>
        <p:nvSpPr>
          <p:cNvPr id="614" name="Google Shape;614;p6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PRESENTATION TITLE</a:t>
            </a:r>
            <a:endParaRPr sz="1100"/>
          </a:p>
        </p:txBody>
      </p:sp>
      <p:sp>
        <p:nvSpPr>
          <p:cNvPr id="615" name="Google Shape;615;p6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  <p:pic>
        <p:nvPicPr>
          <p:cNvPr descr="A white rectangular object with red text&#10;&#10;Description automatically generated" id="616" name="Google Shape;61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0632" y="1682496"/>
            <a:ext cx="1496616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0"/>
          <p:cNvSpPr txBox="1"/>
          <p:nvPr/>
        </p:nvSpPr>
        <p:spPr>
          <a:xfrm>
            <a:off x="3991356" y="1700784"/>
            <a:ext cx="4828032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array of entries describing segments in the binary.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 program header entry, contains fields for file offsets, virtual address, memory permission, etc.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0"/>
          <p:cNvSpPr txBox="1"/>
          <p:nvPr/>
        </p:nvSpPr>
        <p:spPr>
          <a:xfrm>
            <a:off x="3991356" y="2331720"/>
            <a:ext cx="4526280" cy="17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locate executable segments to insert code or create new segments entries to store code with the appropriate infection algorithms. 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careful to stay within the ELF specification, segments are used for program loading and the kernel strictly adheres to the ELF specification.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1"/>
          <p:cNvSpPr txBox="1"/>
          <p:nvPr>
            <p:ph type="title"/>
          </p:nvPr>
        </p:nvSpPr>
        <p:spPr>
          <a:xfrm>
            <a:off x="2200275" y="429571"/>
            <a:ext cx="6316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GB" sz="1100"/>
              <a:t>ELF BINARY FORMAT OVERVIEW CONTINUED(SEGMENTS).</a:t>
            </a:r>
            <a:endParaRPr sz="1100"/>
          </a:p>
        </p:txBody>
      </p:sp>
      <p:sp>
        <p:nvSpPr>
          <p:cNvPr id="624" name="Google Shape;624;p6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PRESENTATION TITLE</a:t>
            </a:r>
            <a:endParaRPr sz="1100"/>
          </a:p>
        </p:txBody>
      </p:sp>
      <p:sp>
        <p:nvSpPr>
          <p:cNvPr id="625" name="Google Shape;625;p6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  <p:pic>
        <p:nvPicPr>
          <p:cNvPr descr="A white rectangular object with red text&#10;&#10;Description automatically generated" id="626" name="Google Shape;62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0632" y="1682496"/>
            <a:ext cx="1496616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61"/>
          <p:cNvSpPr txBox="1"/>
          <p:nvPr/>
        </p:nvSpPr>
        <p:spPr>
          <a:xfrm>
            <a:off x="3991356" y="1700784"/>
            <a:ext cx="4828032" cy="36009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.text segment – R-X perm, contains executable code.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.rodata segment – READ ONLY perm, used for the storage of string literals.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.dynamic segment – Has R-W perm. Present in dynamically linked binaries and utilized by the dynamic linker (ld-linux.so).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PT_NOTE segment – Contains vendor specific information to help the operate system determine if it can load or run the ELF binary (think BSD ELF on Linux vice versa).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61"/>
          <p:cNvSpPr txBox="1"/>
          <p:nvPr/>
        </p:nvSpPr>
        <p:spPr>
          <a:xfrm>
            <a:off x="3991356" y="2327148"/>
            <a:ext cx="452628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.data segment – Has R-W permissions. Used for the storage of global variables.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2"/>
          <p:cNvSpPr txBox="1"/>
          <p:nvPr>
            <p:ph type="title"/>
          </p:nvPr>
        </p:nvSpPr>
        <p:spPr>
          <a:xfrm>
            <a:off x="2200275" y="429571"/>
            <a:ext cx="63162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GB" sz="1100"/>
              <a:t>ELF BINARY FORMAT OVERVIEW CONTINUED(SECTION HEADER TABLE).</a:t>
            </a:r>
            <a:endParaRPr sz="1100"/>
          </a:p>
        </p:txBody>
      </p:sp>
      <p:sp>
        <p:nvSpPr>
          <p:cNvPr id="634" name="Google Shape;634;p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PRESENTATION TITLE</a:t>
            </a:r>
            <a:endParaRPr sz="1100"/>
          </a:p>
        </p:txBody>
      </p:sp>
      <p:sp>
        <p:nvSpPr>
          <p:cNvPr id="635" name="Google Shape;635;p6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  <p:pic>
        <p:nvPicPr>
          <p:cNvPr descr="A white rectangular object with red text&#10;&#10;Description automatically generated" id="636" name="Google Shape;63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8132" y="1387046"/>
            <a:ext cx="1496616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62"/>
          <p:cNvSpPr txBox="1"/>
          <p:nvPr/>
        </p:nvSpPr>
        <p:spPr>
          <a:xfrm>
            <a:off x="3976826" y="1337543"/>
            <a:ext cx="4828032" cy="42242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confused with segments, they are not the same.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important for program execution, but vital in linking ELF objects (ET_REL) during the compilation and linking process.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by binary analysis tools such as debuggers, disassemblers and decompilers (vector for obfuscation).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 areas within a given segment, .init, .fini and .text sections are all within the text segment.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GCC &amp; GNU Linker by default place section header table at the end of the binary (we can abuse this for embedding payloads).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62"/>
          <p:cNvSpPr txBox="1"/>
          <p:nvPr/>
        </p:nvSpPr>
        <p:spPr>
          <a:xfrm>
            <a:off x="3991356" y="2327148"/>
            <a:ext cx="45262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3"/>
          <p:cNvSpPr txBox="1"/>
          <p:nvPr>
            <p:ph type="title"/>
          </p:nvPr>
        </p:nvSpPr>
        <p:spPr>
          <a:xfrm>
            <a:off x="928688" y="391886"/>
            <a:ext cx="7282985" cy="103298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GB" sz="1100"/>
              <a:t>ELF BINARY INFECTION ALGORITHMS</a:t>
            </a:r>
            <a:endParaRPr sz="1100"/>
          </a:p>
        </p:txBody>
      </p:sp>
      <p:sp>
        <p:nvSpPr>
          <p:cNvPr id="644" name="Google Shape;644;p6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PRESENTATION TITLE</a:t>
            </a:r>
            <a:endParaRPr sz="1100"/>
          </a:p>
        </p:txBody>
      </p:sp>
      <p:sp>
        <p:nvSpPr>
          <p:cNvPr id="645" name="Google Shape;645;p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  <p:sp>
        <p:nvSpPr>
          <p:cNvPr id="646" name="Google Shape;646;p63"/>
          <p:cNvSpPr txBox="1"/>
          <p:nvPr/>
        </p:nvSpPr>
        <p:spPr>
          <a:xfrm>
            <a:off x="1438119" y="1583336"/>
            <a:ext cx="6829893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for insertion of code into the binary while adhering to ELF specifications.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Enables execution to flow to our code (insertion is not enough) by modifying the OEP (Original Entry Point), function pointers, relocation records, function trampolines and many more.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Keeps original binary functionality seemingly intact (user or other applications are unaware of any modification), no crashes.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Text Segment Padding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Reverse Text Segment Padding, </a:t>
            </a:r>
            <a:r>
              <a:rPr lang="en-GB" sz="14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PT_NOTE to PT_LOAD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Data Segment Infection (maybe embedded, NX-bit changed the game), DT_NEEDED (permanent LD_PRELOAD) and </a:t>
            </a:r>
            <a:r>
              <a:rPr lang="en-GB" sz="14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Relocation Poisoning / Hijacking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are notable file (on disk) infection algorithms (there are others).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infection techniques (very stealthy) also exists. </a:t>
            </a:r>
            <a:endParaRPr sz="1100"/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4"/>
          <p:cNvSpPr txBox="1"/>
          <p:nvPr>
            <p:ph type="title"/>
          </p:nvPr>
        </p:nvSpPr>
        <p:spPr>
          <a:xfrm>
            <a:off x="928688" y="391886"/>
            <a:ext cx="7282985" cy="103298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GB" sz="1100"/>
              <a:t>ELF BINARY INFECTION ALGORITHMS</a:t>
            </a:r>
            <a:br>
              <a:rPr lang="en-GB" sz="1100"/>
            </a:br>
            <a:r>
              <a:rPr lang="en-GB" sz="1100"/>
              <a:t> (TEXT SEGMENT PADDING)</a:t>
            </a:r>
            <a:endParaRPr sz="1100"/>
          </a:p>
        </p:txBody>
      </p:sp>
      <p:sp>
        <p:nvSpPr>
          <p:cNvPr id="652" name="Google Shape;652;p6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PRESENTATION TITLE</a:t>
            </a:r>
            <a:endParaRPr sz="1100"/>
          </a:p>
        </p:txBody>
      </p:sp>
      <p:sp>
        <p:nvSpPr>
          <p:cNvPr id="653" name="Google Shape;653;p6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  <p:sp>
        <p:nvSpPr>
          <p:cNvPr id="654" name="Google Shape;654;p64"/>
          <p:cNvSpPr txBox="1"/>
          <p:nvPr/>
        </p:nvSpPr>
        <p:spPr>
          <a:xfrm>
            <a:off x="5175813" y="1424145"/>
            <a:ext cx="3710066" cy="38087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 advantage of the fact there will be a page of memory (4096 bytes) between the text and data segment in memory.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additional space can be used to host a parasite/payload.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systems are capable of larger pages and a theoretical 0x200000 (2MB) infection is possible when configured for HUGE PAGES.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Systems hosting databases might have this enabled (Linux Kernel HugePages configuration), but in X86_64 Linux Kernel still defaults to 32-bit page size (4096 bytes).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Note, 4096 bytes is the maximum potential space, in most cases there has been less space available.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theory workarounds exists (discussion for another time, maybe blog post).</a:t>
            </a:r>
            <a:endParaRPr sz="1100"/>
          </a:p>
        </p:txBody>
      </p:sp>
      <p:pic>
        <p:nvPicPr>
          <p:cNvPr descr="A diagram of a computer&#10;&#10;Description automatically generated" id="655" name="Google Shape;65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952" y="1648979"/>
            <a:ext cx="4394928" cy="2079764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4"/>
          <p:cNvSpPr txBox="1"/>
          <p:nvPr/>
        </p:nvSpPr>
        <p:spPr>
          <a:xfrm>
            <a:off x="600559" y="3768025"/>
            <a:ext cx="4315309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 from </a:t>
            </a:r>
            <a:r>
              <a:rPr i="1"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Linux Binary Analysis</a:t>
            </a: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i="1"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Ryan Oneil</a:t>
            </a: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(elfmaster)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5"/>
          <p:cNvSpPr txBox="1"/>
          <p:nvPr>
            <p:ph type="title"/>
          </p:nvPr>
        </p:nvSpPr>
        <p:spPr>
          <a:xfrm>
            <a:off x="928688" y="391886"/>
            <a:ext cx="7282985" cy="103298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GB" sz="1100"/>
              <a:t>ELF BINARY INFECTION ALGORITHMS</a:t>
            </a:r>
            <a:br>
              <a:rPr lang="en-GB" sz="1100"/>
            </a:br>
            <a:r>
              <a:rPr lang="en-GB" sz="1100"/>
              <a:t> (PT_NOTE TO PT_LOAD)</a:t>
            </a:r>
            <a:endParaRPr sz="1100"/>
          </a:p>
        </p:txBody>
      </p:sp>
      <p:sp>
        <p:nvSpPr>
          <p:cNvPr id="662" name="Google Shape;662;p6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PRESENTATION TITLE</a:t>
            </a:r>
            <a:endParaRPr sz="1100"/>
          </a:p>
        </p:txBody>
      </p:sp>
      <p:sp>
        <p:nvSpPr>
          <p:cNvPr id="663" name="Google Shape;663;p6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100"/>
              <a:t>‹#›</a:t>
            </a:fld>
            <a:endParaRPr sz="1100"/>
          </a:p>
        </p:txBody>
      </p:sp>
      <p:sp>
        <p:nvSpPr>
          <p:cNvPr id="664" name="Google Shape;664;p65"/>
          <p:cNvSpPr txBox="1"/>
          <p:nvPr/>
        </p:nvSpPr>
        <p:spPr>
          <a:xfrm>
            <a:off x="5190343" y="1564598"/>
            <a:ext cx="3710066" cy="19159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Converts PT_NOTE segment to a PT_LOAD segment to store our parasite.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Segments with PT_LOAD are essential for loading, so the ELF loader (kernel) will automatically try to load this segment.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space constraints.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implement and very popular.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EASY to detect, there will be two segments of type PT_LOAD with executable permission (screams malware to an informed analyst).</a:t>
            </a:r>
            <a:endParaRPr sz="1100"/>
          </a:p>
        </p:txBody>
      </p:sp>
      <p:sp>
        <p:nvSpPr>
          <p:cNvPr id="665" name="Google Shape;665;p65"/>
          <p:cNvSpPr txBox="1"/>
          <p:nvPr/>
        </p:nvSpPr>
        <p:spPr>
          <a:xfrm>
            <a:off x="600559" y="3768025"/>
            <a:ext cx="4315309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Diagram from </a:t>
            </a:r>
            <a:r>
              <a:rPr i="1"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Linux Binary Analysis</a:t>
            </a: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</a:t>
            </a:r>
            <a:r>
              <a:rPr i="1"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Ryan Oneil</a:t>
            </a: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(elfmaster)</a:t>
            </a:r>
            <a:endParaRPr sz="1100"/>
          </a:p>
        </p:txBody>
      </p:sp>
      <p:pic>
        <p:nvPicPr>
          <p:cNvPr descr="A diagram of a computer code&#10;&#10;Description automatically generated" id="666" name="Google Shape;66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513" y="1461070"/>
            <a:ext cx="3268204" cy="221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6"/>
          <p:cNvSpPr txBox="1"/>
          <p:nvPr>
            <p:ph type="title"/>
          </p:nvPr>
        </p:nvSpPr>
        <p:spPr>
          <a:xfrm>
            <a:off x="928700" y="391876"/>
            <a:ext cx="7283100" cy="518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Brief Overview: Relocations</a:t>
            </a:r>
            <a:endParaRPr/>
          </a:p>
        </p:txBody>
      </p:sp>
      <p:sp>
        <p:nvSpPr>
          <p:cNvPr id="672" name="Google Shape;672;p66"/>
          <p:cNvSpPr txBox="1"/>
          <p:nvPr/>
        </p:nvSpPr>
        <p:spPr>
          <a:xfrm>
            <a:off x="1133325" y="1365800"/>
            <a:ext cx="7078500" cy="3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Relocations (general def): Process of patching binaries either at link time or at runtime to properly link references with definitions when they “move”.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Architecture dependent: Each architecture will have their own relocation types.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7"/>
          <p:cNvSpPr txBox="1"/>
          <p:nvPr>
            <p:ph type="title"/>
          </p:nvPr>
        </p:nvSpPr>
        <p:spPr>
          <a:xfrm>
            <a:off x="928700" y="391876"/>
            <a:ext cx="7283100" cy="518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Relative Relocations </a:t>
            </a:r>
            <a:endParaRPr/>
          </a:p>
        </p:txBody>
      </p:sp>
      <p:sp>
        <p:nvSpPr>
          <p:cNvPr id="678" name="Google Shape;678;p67"/>
          <p:cNvSpPr txBox="1"/>
          <p:nvPr/>
        </p:nvSpPr>
        <p:spPr>
          <a:xfrm>
            <a:off x="1133325" y="1365800"/>
            <a:ext cx="7078500" cy="3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Relative Relocations: Converts offsets to absolute addresses at runtime.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Used in Position Independent Executables (</a:t>
            </a:r>
            <a:r>
              <a:rPr lang="en-GB">
                <a:solidFill>
                  <a:srgbClr val="FF0000"/>
                </a:solidFill>
              </a:rPr>
              <a:t>ET_DYN</a:t>
            </a:r>
            <a:r>
              <a:rPr lang="en-GB">
                <a:solidFill>
                  <a:schemeClr val="dk1"/>
                </a:solidFill>
              </a:rPr>
              <a:t>) and is important for making binaries ASLR compatible.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Dynamic and static-pie binaries are of type </a:t>
            </a:r>
            <a:r>
              <a:rPr lang="en-GB">
                <a:solidFill>
                  <a:srgbClr val="FF0000"/>
                </a:solidFill>
              </a:rPr>
              <a:t>ET_DYN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rgbClr val="FF0000"/>
                </a:solidFill>
              </a:rPr>
              <a:t>R_X86_64_RELATIVE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lang="en-GB">
                <a:solidFill>
                  <a:srgbClr val="FF0000"/>
                </a:solidFill>
              </a:rPr>
              <a:t>R_X86_RELATIVE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Relocation records readily viewable with </a:t>
            </a:r>
            <a:r>
              <a:rPr i="1" lang="en-GB">
                <a:solidFill>
                  <a:schemeClr val="dk1"/>
                </a:solidFill>
              </a:rPr>
              <a:t>readelf </a:t>
            </a:r>
            <a:r>
              <a:rPr lang="en-GB">
                <a:solidFill>
                  <a:schemeClr val="dk1"/>
                </a:solidFill>
              </a:rPr>
              <a:t>utility: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9" name="Google Shape;6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050" y="3744975"/>
            <a:ext cx="619125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8"/>
          <p:cNvSpPr txBox="1"/>
          <p:nvPr>
            <p:ph type="title"/>
          </p:nvPr>
        </p:nvSpPr>
        <p:spPr>
          <a:xfrm>
            <a:off x="928700" y="391876"/>
            <a:ext cx="7283100" cy="518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Relative Relocations Applications</a:t>
            </a:r>
            <a:endParaRPr/>
          </a:p>
        </p:txBody>
      </p:sp>
      <p:sp>
        <p:nvSpPr>
          <p:cNvPr id="685" name="Google Shape;685;p68"/>
          <p:cNvSpPr txBox="1"/>
          <p:nvPr/>
        </p:nvSpPr>
        <p:spPr>
          <a:xfrm>
            <a:off x="1172075" y="1317375"/>
            <a:ext cx="3501600" cy="3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Used for implementing </a:t>
            </a:r>
            <a:r>
              <a:rPr lang="en-GB"/>
              <a:t>constructor</a:t>
            </a:r>
            <a:r>
              <a:rPr lang="en-GB"/>
              <a:t> and </a:t>
            </a:r>
            <a:r>
              <a:rPr lang="en-GB"/>
              <a:t>destructor</a:t>
            </a:r>
            <a:r>
              <a:rPr lang="en-GB"/>
              <a:t> routines.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We focus on their usage in C programs to execute functions before and after </a:t>
            </a:r>
            <a:r>
              <a:rPr lang="en-GB">
                <a:solidFill>
                  <a:srgbClr val="FF0000"/>
                </a:solidFill>
              </a:rPr>
              <a:t>main()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rgbClr val="FF0000"/>
                </a:solidFill>
              </a:rPr>
              <a:t>.init_array</a:t>
            </a:r>
            <a:r>
              <a:rPr lang="en-GB"/>
              <a:t> and </a:t>
            </a:r>
            <a:r>
              <a:rPr lang="en-GB">
                <a:solidFill>
                  <a:srgbClr val="FF0000"/>
                </a:solidFill>
              </a:rPr>
              <a:t>.fini_array</a:t>
            </a:r>
            <a:r>
              <a:rPr lang="en-GB"/>
              <a:t> section of function ptrs.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In the context of shared objects (</a:t>
            </a:r>
            <a:r>
              <a:rPr lang="en-GB">
                <a:solidFill>
                  <a:srgbClr val="FF0000"/>
                </a:solidFill>
              </a:rPr>
              <a:t>.so</a:t>
            </a:r>
            <a:r>
              <a:rPr lang="en-GB"/>
              <a:t>) these can be thought of as </a:t>
            </a:r>
            <a:r>
              <a:rPr lang="en-GB"/>
              <a:t>initialization</a:t>
            </a:r>
            <a:r>
              <a:rPr lang="en-GB"/>
              <a:t> routines that executes when the library is mapped into the executable address space.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9"/>
          <p:cNvSpPr txBox="1"/>
          <p:nvPr>
            <p:ph type="title"/>
          </p:nvPr>
        </p:nvSpPr>
        <p:spPr>
          <a:xfrm>
            <a:off x="959500" y="259301"/>
            <a:ext cx="7283100" cy="518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Relative Relocations </a:t>
            </a:r>
            <a:endParaRPr/>
          </a:p>
        </p:txBody>
      </p:sp>
      <p:pic>
        <p:nvPicPr>
          <p:cNvPr descr="A screenshot of a computer program&#10;&#10;Description automatically generated" id="691" name="Google Shape;69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953" y="942675"/>
            <a:ext cx="3875775" cy="23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825" y="820500"/>
            <a:ext cx="3578850" cy="41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0"/>
          <p:cNvSpPr txBox="1"/>
          <p:nvPr>
            <p:ph type="title"/>
          </p:nvPr>
        </p:nvSpPr>
        <p:spPr>
          <a:xfrm>
            <a:off x="959500" y="259301"/>
            <a:ext cx="7283100" cy="518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Infecting Shared Objects (.so)</a:t>
            </a:r>
            <a:endParaRPr/>
          </a:p>
        </p:txBody>
      </p:sp>
      <p:sp>
        <p:nvSpPr>
          <p:cNvPr id="698" name="Google Shape;698;p70"/>
          <p:cNvSpPr txBox="1"/>
          <p:nvPr/>
        </p:nvSpPr>
        <p:spPr>
          <a:xfrm>
            <a:off x="770075" y="1094575"/>
            <a:ext cx="82722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Text Segment Padding and PT_NOTE were traditionally used for executable ELF binaries.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Executable ELF binaries can be defined as those without an entry-point (like most shared objects).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We can re-think or re-define “Infection Algorithm”, code insertion to abide by the ELF specification as one thing, achieving code execution is another.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Abusing Relative Relocation records to get the dynamic-linker to assist in code execution now widens the “attack surface” (potential binaries we can infect).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1"/>
          <p:cNvSpPr txBox="1"/>
          <p:nvPr>
            <p:ph type="title"/>
          </p:nvPr>
        </p:nvSpPr>
        <p:spPr>
          <a:xfrm>
            <a:off x="928700" y="391875"/>
            <a:ext cx="7283100" cy="4509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				Demo </a:t>
            </a:r>
            <a:r>
              <a:rPr lang="en-GB"/>
              <a:t>- To the lab !!!</a:t>
            </a:r>
            <a:r>
              <a:rPr lang="en-GB"/>
              <a:t> </a:t>
            </a:r>
            <a:endParaRPr/>
          </a:p>
        </p:txBody>
      </p:sp>
      <p:pic>
        <p:nvPicPr>
          <p:cNvPr id="704" name="Google Shape;70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4700" y="1441586"/>
            <a:ext cx="4096697" cy="3413914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71"/>
          <p:cNvSpPr txBox="1"/>
          <p:nvPr/>
        </p:nvSpPr>
        <p:spPr>
          <a:xfrm>
            <a:off x="886300" y="1441575"/>
            <a:ext cx="36228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Anansi - A real life computer virus I wrote.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D0zer - An ELF binary injector, capable of arbitrary payload injection into ELF binaries, useful for persistence.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72"/>
          <p:cNvSpPr txBox="1"/>
          <p:nvPr>
            <p:ph type="title"/>
          </p:nvPr>
        </p:nvSpPr>
        <p:spPr>
          <a:xfrm>
            <a:off x="928700" y="391875"/>
            <a:ext cx="7283100" cy="4509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					    Resources</a:t>
            </a:r>
            <a:endParaRPr/>
          </a:p>
        </p:txBody>
      </p:sp>
      <p:sp>
        <p:nvSpPr>
          <p:cNvPr id="711" name="Google Shape;711;p72"/>
          <p:cNvSpPr txBox="1"/>
          <p:nvPr/>
        </p:nvSpPr>
        <p:spPr>
          <a:xfrm>
            <a:off x="794275" y="1068650"/>
            <a:ext cx="80157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github.com/sad0p/d0zer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github.com/sad0p/elfdoc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hxxp://tmp.0ut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github.com/elfmaster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hxxps://a.co/d/jfynVjc (Linux Binary Analysis Amazon link)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hxxps://tinyurl.com/38fmtrr7 (Black Mass Volume 2 by VXUG)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hxxps://tinyurl.com/3bdf3w84 (Silvio Cesar Unix Parasites and Virus)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hxxps://refspecs.linuxfoundation.org/elf/elf.pdf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hxxps://github.com/tmpout/awesome-elf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onoline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